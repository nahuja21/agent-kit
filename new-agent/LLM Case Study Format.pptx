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1345" r:id="rId6"/>
    <p:sldId id="1346" r:id="rId7"/>
    <p:sldId id="1347" r:id="rId8"/>
    <p:sldId id="1448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Medium" panose="00000600000000000000" pitchFamily="2" charset="0"/>
      <p:regular r:id="rId15"/>
      <p:bold r:id="rId16"/>
      <p:italic r:id="rId17"/>
      <p:boldItalic r:id="rId18"/>
    </p:embeddedFont>
    <p:embeddedFont>
      <p:font typeface="Montserrat SemiBold" panose="000007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44852FF-27D5-4100-94DB-CB21D5101685}">
          <p14:sldIdLst/>
        </p14:section>
        <p14:section name="Treya Overview" id="{15E6B74A-93E3-420F-AC0A-09FC1C782C04}">
          <p14:sldIdLst>
            <p14:sldId id="256"/>
          </p14:sldIdLst>
        </p14:section>
        <p14:section name="Impact Case Study" id="{95C84C76-8285-4917-ADA5-273DE4DA10D0}">
          <p14:sldIdLst>
            <p14:sldId id="1345"/>
            <p14:sldId id="1346"/>
            <p14:sldId id="1347"/>
            <p14:sldId id="1448"/>
          </p14:sldIdLst>
        </p14:section>
        <p14:section name="Procurement Strategic Consulting" id="{3964D234-6AE2-4119-8798-8B3E9C46E987}">
          <p14:sldIdLst/>
        </p14:section>
        <p14:section name="Preferred Vendor Program" id="{D5400ADA-63C7-4CBA-BBA2-DDADBDA207DA}">
          <p14:sldIdLst/>
        </p14:section>
        <p14:section name="Due Diligence" id="{EDE531EB-A029-4577-A773-6A0EC160733B}">
          <p14:sldIdLst/>
        </p14:section>
        <p14:section name="Managed Spend" id="{C0BD3619-394D-4405-BC74-7E22E8482CCB}">
          <p14:sldIdLst/>
        </p14:section>
        <p14:section name="Proposal Deck" id="{8B80CC39-53C6-4B03-AAF1-B983A2AC5656}">
          <p14:sldIdLst/>
        </p14:section>
        <p14:section name="Category Approach Slides" id="{24AA7F3A-FA45-41C0-8467-D9E3ADD20E07}">
          <p14:sldIdLst/>
        </p14:section>
        <p14:section name="Team Bios" id="{8682BD23-10DE-4BEF-AFE6-D6973332E362}">
          <p14:sldIdLst/>
        </p14:section>
        <p14:section name="Additional Slides" id="{D40C36B6-396B-463D-ADCF-B0CDDD03505F}">
          <p14:sldIdLst/>
        </p14:section>
        <p14:section name="Meet the Team" id="{D65D111C-817A-4E5C-8A5E-D3F94AD8ED90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12" roundtripDataSignature="AMtx7mig7H59aXg0MpwgCUWGxxZJ4Z5X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C44"/>
    <a:srgbClr val="DBDBDA"/>
    <a:srgbClr val="0E2841"/>
    <a:srgbClr val="E97132"/>
    <a:srgbClr val="112243"/>
    <a:srgbClr val="C3D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93F93-4F9E-45A4-AB2D-762F2664A84A}">
  <a:tblStyle styleId="{E6E93F93-4F9E-45A4-AB2D-762F2664A84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117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112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11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11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14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11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Ahuja" userId="8a5ff04f-61a1-4d56-a445-567342436c59" providerId="ADAL" clId="{E2685B32-CF7E-4491-B2E4-B9EFD4D29670}"/>
    <pc:docChg chg="undo custSel addSld delSld modSld sldOrd delMainMaster modSection">
      <pc:chgData name="Rahul Ahuja" userId="8a5ff04f-61a1-4d56-a445-567342436c59" providerId="ADAL" clId="{E2685B32-CF7E-4491-B2E4-B9EFD4D29670}" dt="2026-01-30T16:29:19.247" v="698" actId="47"/>
      <pc:docMkLst>
        <pc:docMk/>
      </pc:docMkLst>
      <pc:sldChg chg="ord">
        <pc:chgData name="Rahul Ahuja" userId="8a5ff04f-61a1-4d56-a445-567342436c59" providerId="ADAL" clId="{E2685B32-CF7E-4491-B2E4-B9EFD4D29670}" dt="2026-01-30T16:29:08.874" v="697" actId="20578"/>
        <pc:sldMkLst>
          <pc:docMk/>
          <pc:sldMk cId="0" sldId="25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58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1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9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1593165829" sldId="27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503720156" sldId="28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997996095" sldId="28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959975061" sldId="29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633568225" sldId="29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47610002" sldId="29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95630346" sldId="86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85967790" sldId="90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39241507" sldId="97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432005273" sldId="9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40930481" sldId="100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03898064" sldId="125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873354" sldId="125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06395925" sldId="131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049463172" sldId="132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70153783" sldId="132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717260407" sldId="13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94649738" sldId="13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740780271" sldId="133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59267779" sldId="13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18445023" sldId="133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133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91117823" sldId="13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49888704" sldId="133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793545554" sldId="13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6122217" sldId="13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75616253" sldId="13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39971289" sldId="13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88477134" sldId="13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42601701" sldId="1343"/>
        </pc:sldMkLst>
      </pc:sldChg>
      <pc:sldChg chg="modSp mod">
        <pc:chgData name="Rahul Ahuja" userId="8a5ff04f-61a1-4d56-a445-567342436c59" providerId="ADAL" clId="{E2685B32-CF7E-4491-B2E4-B9EFD4D29670}" dt="2026-01-30T16:11:00.779" v="17" actId="6549"/>
        <pc:sldMkLst>
          <pc:docMk/>
          <pc:sldMk cId="1970097965" sldId="1345"/>
        </pc:sldMkLst>
        <pc:spChg chg="mod">
          <ac:chgData name="Rahul Ahuja" userId="8a5ff04f-61a1-4d56-a445-567342436c59" providerId="ADAL" clId="{E2685B32-CF7E-4491-B2E4-B9EFD4D29670}" dt="2026-01-30T16:11:00.779" v="17" actId="6549"/>
          <ac:spMkLst>
            <pc:docMk/>
            <pc:sldMk cId="1970097965" sldId="1345"/>
            <ac:spMk id="881" creationId="{00000000-0000-0000-0000-000000000000}"/>
          </ac:spMkLst>
        </pc:spChg>
      </pc:sldChg>
      <pc:sldChg chg="addSp delSp modSp mod ord">
        <pc:chgData name="Rahul Ahuja" userId="8a5ff04f-61a1-4d56-a445-567342436c59" providerId="ADAL" clId="{E2685B32-CF7E-4491-B2E4-B9EFD4D29670}" dt="2026-01-30T16:18:53.826" v="557" actId="255"/>
        <pc:sldMkLst>
          <pc:docMk/>
          <pc:sldMk cId="2786491309" sldId="1346"/>
        </pc:sldMkLst>
        <pc:spChg chg="add mod">
          <ac:chgData name="Rahul Ahuja" userId="8a5ff04f-61a1-4d56-a445-567342436c59" providerId="ADAL" clId="{E2685B32-CF7E-4491-B2E4-B9EFD4D29670}" dt="2026-01-30T16:11:56.821" v="166" actId="20577"/>
          <ac:spMkLst>
            <pc:docMk/>
            <pc:sldMk cId="2786491309" sldId="1346"/>
            <ac:spMk id="2" creationId="{517E0942-4D42-D4BB-6E27-A17D28136BE8}"/>
          </ac:spMkLst>
        </pc:spChg>
        <pc:spChg chg="add del mod">
          <ac:chgData name="Rahul Ahuja" userId="8a5ff04f-61a1-4d56-a445-567342436c59" providerId="ADAL" clId="{E2685B32-CF7E-4491-B2E4-B9EFD4D29670}" dt="2026-01-30T16:13:38.477" v="260" actId="478"/>
          <ac:spMkLst>
            <pc:docMk/>
            <pc:sldMk cId="2786491309" sldId="1346"/>
            <ac:spMk id="4" creationId="{69803A95-1AF6-1383-784D-B43A2C845B87}"/>
          </ac:spMkLst>
        </pc:spChg>
        <pc:spChg chg="add del mod">
          <ac:chgData name="Rahul Ahuja" userId="8a5ff04f-61a1-4d56-a445-567342436c59" providerId="ADAL" clId="{E2685B32-CF7E-4491-B2E4-B9EFD4D29670}" dt="2026-01-30T16:13:37.688" v="259" actId="478"/>
          <ac:spMkLst>
            <pc:docMk/>
            <pc:sldMk cId="2786491309" sldId="1346"/>
            <ac:spMk id="6" creationId="{FEB2E921-548D-DD4B-822E-8E7C8EADDA28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7" creationId="{CFFCB3DE-2112-8417-9F48-1B865B3DE6F3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8" creationId="{2CF545F4-52E4-B907-4A4F-0BF0059B583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9" creationId="{7F6F2544-8807-BB46-16B6-C59D61AC93E0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0" creationId="{3AB7643A-2017-970D-348B-E4C80F3B840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1" creationId="{DED3798D-92FB-1BA7-9449-9F7CFF1B0271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2" creationId="{C2ECD1A6-7F05-7969-0D0F-773CAE3D81FB}"/>
          </ac:spMkLst>
        </pc:spChg>
        <pc:spChg chg="add mod">
          <ac:chgData name="Rahul Ahuja" userId="8a5ff04f-61a1-4d56-a445-567342436c59" providerId="ADAL" clId="{E2685B32-CF7E-4491-B2E4-B9EFD4D29670}" dt="2026-01-30T16:15:01.908" v="340" actId="20577"/>
          <ac:spMkLst>
            <pc:docMk/>
            <pc:sldMk cId="2786491309" sldId="1346"/>
            <ac:spMk id="13" creationId="{5BE1D8A6-A747-E29F-3924-24C7B0EF4CD7}"/>
          </ac:spMkLst>
        </pc:spChg>
        <pc:spChg chg="add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14" creationId="{EA81C5E9-DDAB-670E-19BC-CFE12058810B}"/>
          </ac:spMkLst>
        </pc:spChg>
        <pc:spChg chg="add del mod">
          <ac:chgData name="Rahul Ahuja" userId="8a5ff04f-61a1-4d56-a445-567342436c59" providerId="ADAL" clId="{E2685B32-CF7E-4491-B2E4-B9EFD4D29670}" dt="2026-01-30T16:14:25.329" v="267" actId="14100"/>
          <ac:spMkLst>
            <pc:docMk/>
            <pc:sldMk cId="2786491309" sldId="1346"/>
            <ac:spMk id="889" creationId="{00000000-0000-0000-0000-000000000000}"/>
          </ac:spMkLst>
        </pc:spChg>
        <pc:spChg chg="add del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890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2:05.018" v="188" actId="20577"/>
          <ac:spMkLst>
            <pc:docMk/>
            <pc:sldMk cId="2786491309" sldId="1346"/>
            <ac:spMk id="895" creationId="{00000000-0000-0000-0000-000000000000}"/>
          </ac:spMkLst>
        </pc:spChg>
        <pc:picChg chg="del">
          <ac:chgData name="Rahul Ahuja" userId="8a5ff04f-61a1-4d56-a445-567342436c59" providerId="ADAL" clId="{E2685B32-CF7E-4491-B2E4-B9EFD4D29670}" dt="2026-01-30T16:11:33.061" v="35" actId="478"/>
          <ac:picMkLst>
            <pc:docMk/>
            <pc:sldMk cId="2786491309" sldId="1346"/>
            <ac:picMk id="894" creationId="{00000000-0000-0000-0000-000000000000}"/>
          </ac:picMkLst>
        </pc:picChg>
      </pc:sldChg>
      <pc:sldChg chg="addSp modSp mod ord">
        <pc:chgData name="Rahul Ahuja" userId="8a5ff04f-61a1-4d56-a445-567342436c59" providerId="ADAL" clId="{E2685B32-CF7E-4491-B2E4-B9EFD4D29670}" dt="2026-01-30T16:19:39.933" v="559" actId="14100"/>
        <pc:sldMkLst>
          <pc:docMk/>
          <pc:sldMk cId="3666401649" sldId="1347"/>
        </pc:sldMkLst>
        <pc:spChg chg="add mod">
          <ac:chgData name="Rahul Ahuja" userId="8a5ff04f-61a1-4d56-a445-567342436c59" providerId="ADAL" clId="{E2685B32-CF7E-4491-B2E4-B9EFD4D29670}" dt="2026-01-30T16:18:31.797" v="555" actId="20577"/>
          <ac:spMkLst>
            <pc:docMk/>
            <pc:sldMk cId="3666401649" sldId="1347"/>
            <ac:spMk id="2" creationId="{A104F887-8518-E35A-CFC4-AF0D806C325B}"/>
          </ac:spMkLst>
        </pc:spChg>
        <pc:spChg chg="add mod">
          <ac:chgData name="Rahul Ahuja" userId="8a5ff04f-61a1-4d56-a445-567342436c59" providerId="ADAL" clId="{E2685B32-CF7E-4491-B2E4-B9EFD4D29670}" dt="2026-01-30T16:19:39.933" v="559" actId="14100"/>
          <ac:spMkLst>
            <pc:docMk/>
            <pc:sldMk cId="3666401649" sldId="1347"/>
            <ac:spMk id="3" creationId="{8F01271C-A1ED-02F8-2996-C53E12876E4D}"/>
          </ac:spMkLst>
        </pc:spChg>
        <pc:spChg chg="mod">
          <ac:chgData name="Rahul Ahuja" userId="8a5ff04f-61a1-4d56-a445-567342436c59" providerId="ADAL" clId="{E2685B32-CF7E-4491-B2E4-B9EFD4D29670}" dt="2026-01-30T16:17:23.640" v="381" actId="255"/>
          <ac:spMkLst>
            <pc:docMk/>
            <pc:sldMk cId="3666401649" sldId="1347"/>
            <ac:spMk id="901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7:38.496" v="383" actId="14100"/>
          <ac:spMkLst>
            <pc:docMk/>
            <pc:sldMk cId="3666401649" sldId="1347"/>
            <ac:spMk id="902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6:33.578" v="356" actId="14100"/>
          <ac:spMkLst>
            <pc:docMk/>
            <pc:sldMk cId="3666401649" sldId="1347"/>
            <ac:spMk id="908" creationId="{00000000-0000-0000-0000-000000000000}"/>
          </ac:spMkLst>
        </pc:spChg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205537516" sldId="134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39814894" sldId="134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135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01183304" sldId="135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53291575" sldId="135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59037354" sldId="140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96663098" sldId="140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68375683" sldId="142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848514672" sldId="14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885979844" sldId="142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96548751" sldId="14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514912492" sldId="14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16550265" sldId="143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15648513" sldId="143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402611983" sldId="14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84816071" sldId="14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86216639" sldId="14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97529006" sldId="14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94272044" sldId="14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36884919" sldId="14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4611369" sldId="144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175343179" sldId="144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798952565" sldId="144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01511898" sldId="1446"/>
        </pc:sldMkLst>
      </pc:sldChg>
      <pc:sldChg chg="del ord">
        <pc:chgData name="Rahul Ahuja" userId="8a5ff04f-61a1-4d56-a445-567342436c59" providerId="ADAL" clId="{E2685B32-CF7E-4491-B2E4-B9EFD4D29670}" dt="2026-01-30T16:27:45.815" v="694" actId="2696"/>
        <pc:sldMkLst>
          <pc:docMk/>
          <pc:sldMk cId="3005246640" sldId="1447"/>
        </pc:sldMkLst>
      </pc:sldChg>
      <pc:sldChg chg="addSp delSp modSp add mod ord">
        <pc:chgData name="Rahul Ahuja" userId="8a5ff04f-61a1-4d56-a445-567342436c59" providerId="ADAL" clId="{E2685B32-CF7E-4491-B2E4-B9EFD4D29670}" dt="2026-01-30T16:28:17.848" v="695" actId="207"/>
        <pc:sldMkLst>
          <pc:docMk/>
          <pc:sldMk cId="3626506863" sldId="1448"/>
        </pc:sldMkLst>
        <pc:spChg chg="del">
          <ac:chgData name="Rahul Ahuja" userId="8a5ff04f-61a1-4d56-a445-567342436c59" providerId="ADAL" clId="{E2685B32-CF7E-4491-B2E4-B9EFD4D29670}" dt="2026-01-30T16:21:45.114" v="619" actId="478"/>
          <ac:spMkLst>
            <pc:docMk/>
            <pc:sldMk cId="3626506863" sldId="1448"/>
            <ac:spMk id="2" creationId="{EB05FF88-4F84-B765-9DB5-E19F81CA6992}"/>
          </ac:spMkLst>
        </pc:spChg>
        <pc:spChg chg="add del mod">
          <ac:chgData name="Rahul Ahuja" userId="8a5ff04f-61a1-4d56-a445-567342436c59" providerId="ADAL" clId="{E2685B32-CF7E-4491-B2E4-B9EFD4D29670}" dt="2026-01-30T16:23:18.721" v="635" actId="478"/>
          <ac:spMkLst>
            <pc:docMk/>
            <pc:sldMk cId="3626506863" sldId="1448"/>
            <ac:spMk id="4" creationId="{0BCFDBC7-325C-2094-7F9A-41FFCA287F76}"/>
          </ac:spMkLst>
        </pc:spChg>
        <pc:spChg chg="add del mod">
          <ac:chgData name="Rahul Ahuja" userId="8a5ff04f-61a1-4d56-a445-567342436c59" providerId="ADAL" clId="{E2685B32-CF7E-4491-B2E4-B9EFD4D29670}" dt="2026-01-30T16:23:15.806" v="634" actId="478"/>
          <ac:spMkLst>
            <pc:docMk/>
            <pc:sldMk cId="3626506863" sldId="1448"/>
            <ac:spMk id="6" creationId="{3B472651-DEB7-70F0-5BF3-D8DF650D8672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7" creationId="{B4FF6778-FD5C-2C52-E723-4B5818854BEB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8" creationId="{B22BFF25-2CE1-98A4-0B5F-7AA67EC3181D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3" creationId="{27BDBDBF-F530-1543-249D-F603587999D1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4" creationId="{E7B07EAE-CA70-04F1-7126-1AA487E67E7A}"/>
          </ac:spMkLst>
        </pc:spChg>
        <pc:spChg chg="del">
          <ac:chgData name="Rahul Ahuja" userId="8a5ff04f-61a1-4d56-a445-567342436c59" providerId="ADAL" clId="{E2685B32-CF7E-4491-B2E4-B9EFD4D29670}" dt="2026-01-30T16:21:47.428" v="620" actId="478"/>
          <ac:spMkLst>
            <pc:docMk/>
            <pc:sldMk cId="3626506863" sldId="1448"/>
            <ac:spMk id="887" creationId="{7127915E-5C80-BF16-23AD-0887D2F6B444}"/>
          </ac:spMkLst>
        </pc:spChg>
        <pc:spChg chg="mod">
          <ac:chgData name="Rahul Ahuja" userId="8a5ff04f-61a1-4d56-a445-567342436c59" providerId="ADAL" clId="{E2685B32-CF7E-4491-B2E4-B9EFD4D29670}" dt="2026-01-30T16:25:00.662" v="693" actId="14100"/>
          <ac:spMkLst>
            <pc:docMk/>
            <pc:sldMk cId="3626506863" sldId="1448"/>
            <ac:spMk id="888" creationId="{49EFAADD-983D-6BD8-0B2F-183BCD743398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89" creationId="{5F15AC2C-5B17-602D-A3A6-0188653319EB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90" creationId="{1F216A69-5F15-0885-A592-BA9CDC96062C}"/>
          </ac:spMkLst>
        </pc:spChg>
        <pc:spChg chg="mod">
          <ac:chgData name="Rahul Ahuja" userId="8a5ff04f-61a1-4d56-a445-567342436c59" providerId="ADAL" clId="{E2685B32-CF7E-4491-B2E4-B9EFD4D29670}" dt="2026-01-30T16:21:08.004" v="576" actId="20577"/>
          <ac:spMkLst>
            <pc:docMk/>
            <pc:sldMk cId="3626506863" sldId="1448"/>
            <ac:spMk id="892" creationId="{B975D03D-5B31-1C3B-9580-ED0E2706A8A0}"/>
          </ac:spMkLst>
        </pc:spChg>
        <pc:spChg chg="del">
          <ac:chgData name="Rahul Ahuja" userId="8a5ff04f-61a1-4d56-a445-567342436c59" providerId="ADAL" clId="{E2685B32-CF7E-4491-B2E4-B9EFD4D29670}" dt="2026-01-30T16:21:41.051" v="618" actId="478"/>
          <ac:spMkLst>
            <pc:docMk/>
            <pc:sldMk cId="3626506863" sldId="1448"/>
            <ac:spMk id="893" creationId="{0CE5A8C6-CCB5-E29C-3F90-06B316356691}"/>
          </ac:spMkLst>
        </pc:spChg>
        <pc:spChg chg="mod">
          <ac:chgData name="Rahul Ahuja" userId="8a5ff04f-61a1-4d56-a445-567342436c59" providerId="ADAL" clId="{E2685B32-CF7E-4491-B2E4-B9EFD4D29670}" dt="2026-01-30T16:22:15.999" v="632" actId="242"/>
          <ac:spMkLst>
            <pc:docMk/>
            <pc:sldMk cId="3626506863" sldId="1448"/>
            <ac:spMk id="895" creationId="{5312A4BC-FFC5-CE77-8C97-4C3DF0BF8844}"/>
          </ac:spMkLst>
        </pc:spChg>
        <pc:graphicFrameChg chg="add mod modGraphic">
          <ac:chgData name="Rahul Ahuja" userId="8a5ff04f-61a1-4d56-a445-567342436c59" providerId="ADAL" clId="{E2685B32-CF7E-4491-B2E4-B9EFD4D29670}" dt="2026-01-30T16:28:17.848" v="695" actId="207"/>
          <ac:graphicFrameMkLst>
            <pc:docMk/>
            <pc:sldMk cId="3626506863" sldId="1448"/>
            <ac:graphicFrameMk id="9" creationId="{E7C7892F-CEC8-F01C-BE03-7F4CF9BE85B4}"/>
          </ac:graphicFrameMkLst>
        </pc:graphicFrameChg>
        <pc:picChg chg="add mod">
          <ac:chgData name="Rahul Ahuja" userId="8a5ff04f-61a1-4d56-a445-567342436c59" providerId="ADAL" clId="{E2685B32-CF7E-4491-B2E4-B9EFD4D29670}" dt="2026-01-30T16:24:43.943" v="692" actId="1076"/>
          <ac:picMkLst>
            <pc:docMk/>
            <pc:sldMk cId="3626506863" sldId="1448"/>
            <ac:picMk id="10" creationId="{50AE07D4-2EFF-B989-FC34-46E67E28976F}"/>
          </ac:picMkLst>
        </pc:picChg>
      </pc:sldChg>
      <pc:sldMasterChg chg="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0" sldId="2147483648"/>
        </pc:sldMasterMkLst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721807362" sldId="214748370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4034342905" sldId="2147483703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3468571442" sldId="214748376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769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416187380" sldId="2147483678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98265223" sldId="214748367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10900507" sldId="214748368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857167716" sldId="214748368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686874151" sldId="214748368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133522564" sldId="214748368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283684801" sldId="214748368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89353033" sldId="214748368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703293581" sldId="214748368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181280093" sldId="214748368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468425422" sldId="214748368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374124795" sldId="214748369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5090012" sldId="214748369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93070364" sldId="214748369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933007474" sldId="214748369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965605785" sldId="214748369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80739321" sldId="214748369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15965697" sldId="214748369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007855526" sldId="214748369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63132004" sldId="214748369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9736714" sldId="214748370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047176056" sldId="2147483701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705983136" sldId="2147483704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37082249" sldId="214748370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5081175" sldId="214748370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22562664" sldId="214748370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273546715" sldId="214748370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34772759" sldId="214748370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805880367" sldId="214748371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381251017" sldId="214748371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003588287" sldId="214748371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2778526" sldId="214748371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416269586" sldId="214748371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24868721" sldId="214748371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80839466" sldId="214748371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687573281" sldId="214748371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601430779" sldId="214748371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938281724" sldId="214748372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75315608" sldId="214748372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43641404" sldId="214748372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45991199" sldId="214748372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906723250" sldId="214748372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774617723" sldId="214748372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57563264" sldId="214748372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585474061" sldId="214748372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610090357" sldId="214748372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40181963" sldId="214748372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471021442" sldId="214748373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248819747" sldId="214748373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77670127" sldId="2147483732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1186401162" sldId="2147483733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183141480" sldId="214748373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3127857548" sldId="214748373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265006688" sldId="214748373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233869188" sldId="214748373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848301400" sldId="2147483738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3403227696" sldId="2147483741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759763238" sldId="214748374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618223" sldId="214748374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48708853" sldId="214748374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638569" sldId="214748374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4225111918" sldId="214748374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26589448" sldId="214748374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3923965" sldId="214748374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172915959" sldId="214748374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513627811" sldId="21474837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158651" sldId="21474837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501886639" sldId="21474837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49393829" sldId="214748375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771684149" sldId="214748375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147380417" sldId="21474837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5273495" sldId="21474837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448701" sldId="214748375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374562456" sldId="214748375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7350820" sldId="21474837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18677002" sldId="214748376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76923994" sldId="214748376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372457049" sldId="21474837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99412673" sldId="214748376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9" name="Google Shape;8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8" name="Google Shape;8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0704B570-E24E-29E0-D481-A70BED36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>
            <a:extLst>
              <a:ext uri="{FF2B5EF4-FFF2-40B4-BE49-F238E27FC236}">
                <a16:creationId xmlns:a16="http://schemas.microsoft.com/office/drawing/2014/main" id="{CEAB0837-A5BF-F908-6576-A653D2D35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>
            <a:extLst>
              <a:ext uri="{FF2B5EF4-FFF2-40B4-BE49-F238E27FC236}">
                <a16:creationId xmlns:a16="http://schemas.microsoft.com/office/drawing/2014/main" id="{2B373F6B-932E-06C0-DD36-1BF656200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682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F36D30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Ref idx="1001">
        <a:schemeClr val="bg2"/>
      </p:bgRef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80872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bg>
      <p:bgPr>
        <a:solidFill>
          <a:srgbClr val="012C44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  <a:defRPr sz="6000">
                <a:solidFill>
                  <a:srgbClr val="F36D30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>
            <a:spLocks noGrp="1"/>
          </p:cNvSpPr>
          <p:nvPr>
            <p:ph type="body" idx="1"/>
          </p:nvPr>
        </p:nvSpPr>
        <p:spPr>
          <a:xfrm>
            <a:off x="838200" y="2224784"/>
            <a:ext cx="8808720" cy="399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3"/>
          <p:cNvSpPr txBox="1">
            <a:spLocks noGrp="1"/>
          </p:cNvSpPr>
          <p:nvPr>
            <p:ph type="body" idx="2"/>
          </p:nvPr>
        </p:nvSpPr>
        <p:spPr>
          <a:xfrm>
            <a:off x="838200" y="1563436"/>
            <a:ext cx="8808720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rgbClr val="F36D3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mparison">
  <p:cSld name="6_Comparis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8397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35534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body" idx="3"/>
          </p:nvPr>
        </p:nvSpPr>
        <p:spPr>
          <a:xfrm>
            <a:off x="6267189" y="3513930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body" idx="4"/>
          </p:nvPr>
        </p:nvSpPr>
        <p:spPr>
          <a:xfrm>
            <a:off x="8980889" y="3513930"/>
            <a:ext cx="23418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0" name="Google Shape;150;p36"/>
          <p:cNvSpPr>
            <a:spLocks noGrp="1"/>
          </p:cNvSpPr>
          <p:nvPr>
            <p:ph type="pic" idx="5"/>
          </p:nvPr>
        </p:nvSpPr>
        <p:spPr>
          <a:xfrm>
            <a:off x="1256647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6"/>
          <p:cNvSpPr>
            <a:spLocks noGrp="1"/>
          </p:cNvSpPr>
          <p:nvPr>
            <p:ph type="pic" idx="6"/>
          </p:nvPr>
        </p:nvSpPr>
        <p:spPr>
          <a:xfrm>
            <a:off x="397034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6"/>
          <p:cNvSpPr>
            <a:spLocks noGrp="1"/>
          </p:cNvSpPr>
          <p:nvPr>
            <p:ph type="pic" idx="7"/>
          </p:nvPr>
        </p:nvSpPr>
        <p:spPr>
          <a:xfrm>
            <a:off x="66840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6"/>
          <p:cNvSpPr>
            <a:spLocks noGrp="1"/>
          </p:cNvSpPr>
          <p:nvPr>
            <p:ph type="pic" idx="8"/>
          </p:nvPr>
        </p:nvSpPr>
        <p:spPr>
          <a:xfrm>
            <a:off x="93977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54" name="Google Shape;15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6"/>
          <p:cNvSpPr txBox="1">
            <a:spLocks noGrp="1"/>
          </p:cNvSpPr>
          <p:nvPr>
            <p:ph type="body" idx="9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13"/>
          </p:nvPr>
        </p:nvSpPr>
        <p:spPr>
          <a:xfrm>
            <a:off x="839789" y="441642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14"/>
          </p:nvPr>
        </p:nvSpPr>
        <p:spPr>
          <a:xfrm>
            <a:off x="3555221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body" idx="15"/>
          </p:nvPr>
        </p:nvSpPr>
        <p:spPr>
          <a:xfrm>
            <a:off x="6265992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16"/>
          </p:nvPr>
        </p:nvSpPr>
        <p:spPr>
          <a:xfrm>
            <a:off x="8976763" y="4386794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mparison">
  <p:cSld name="5_Comparis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>
            <a:off x="6306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2"/>
          </p:nvPr>
        </p:nvSpPr>
        <p:spPr>
          <a:xfrm>
            <a:off x="28514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37"/>
          <p:cNvSpPr>
            <a:spLocks noGrp="1"/>
          </p:cNvSpPr>
          <p:nvPr>
            <p:ph type="pic" idx="3"/>
          </p:nvPr>
        </p:nvSpPr>
        <p:spPr>
          <a:xfrm>
            <a:off x="83978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7"/>
          <p:cNvSpPr>
            <a:spLocks noGrp="1"/>
          </p:cNvSpPr>
          <p:nvPr>
            <p:ph type="pic" idx="4"/>
          </p:nvPr>
        </p:nvSpPr>
        <p:spPr>
          <a:xfrm>
            <a:off x="3072846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7"/>
          <p:cNvSpPr>
            <a:spLocks noGrp="1"/>
          </p:cNvSpPr>
          <p:nvPr>
            <p:ph type="pic" idx="5"/>
          </p:nvPr>
        </p:nvSpPr>
        <p:spPr>
          <a:xfrm>
            <a:off x="5305904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7"/>
          <p:cNvSpPr>
            <a:spLocks noGrp="1"/>
          </p:cNvSpPr>
          <p:nvPr>
            <p:ph type="pic" idx="6"/>
          </p:nvPr>
        </p:nvSpPr>
        <p:spPr>
          <a:xfrm>
            <a:off x="7538962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69" name="Google Shape;169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>
            <a:spLocks noGrp="1"/>
          </p:cNvSpPr>
          <p:nvPr>
            <p:ph type="pic" idx="7"/>
          </p:nvPr>
        </p:nvSpPr>
        <p:spPr>
          <a:xfrm>
            <a:off x="9747504" y="2328464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7"/>
          <p:cNvSpPr txBox="1">
            <a:spLocks noGrp="1"/>
          </p:cNvSpPr>
          <p:nvPr>
            <p:ph type="body" idx="8"/>
          </p:nvPr>
        </p:nvSpPr>
        <p:spPr>
          <a:xfrm>
            <a:off x="5072207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37"/>
          <p:cNvSpPr txBox="1">
            <a:spLocks noGrp="1"/>
          </p:cNvSpPr>
          <p:nvPr>
            <p:ph type="body" idx="9"/>
          </p:nvPr>
        </p:nvSpPr>
        <p:spPr>
          <a:xfrm>
            <a:off x="7293006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body" idx="13"/>
          </p:nvPr>
        </p:nvSpPr>
        <p:spPr>
          <a:xfrm>
            <a:off x="9513805" y="3517387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body" idx="14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body" idx="15"/>
          </p:nvPr>
        </p:nvSpPr>
        <p:spPr>
          <a:xfrm>
            <a:off x="6306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body" idx="16"/>
          </p:nvPr>
        </p:nvSpPr>
        <p:spPr>
          <a:xfrm>
            <a:off x="2851408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body" idx="17"/>
          </p:nvPr>
        </p:nvSpPr>
        <p:spPr>
          <a:xfrm>
            <a:off x="5084464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7"/>
          <p:cNvSpPr txBox="1">
            <a:spLocks noGrp="1"/>
          </p:cNvSpPr>
          <p:nvPr>
            <p:ph type="body" idx="18"/>
          </p:nvPr>
        </p:nvSpPr>
        <p:spPr>
          <a:xfrm>
            <a:off x="72930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7"/>
          <p:cNvSpPr txBox="1">
            <a:spLocks noGrp="1"/>
          </p:cNvSpPr>
          <p:nvPr>
            <p:ph type="body" idx="19"/>
          </p:nvPr>
        </p:nvSpPr>
        <p:spPr>
          <a:xfrm>
            <a:off x="9513804" y="4394760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bg>
      <p:bgPr>
        <a:solidFill>
          <a:srgbClr val="012C44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>
            <a:spLocks noGrp="1"/>
          </p:cNvSpPr>
          <p:nvPr>
            <p:ph type="body" idx="1"/>
          </p:nvPr>
        </p:nvSpPr>
        <p:spPr>
          <a:xfrm>
            <a:off x="839788" y="3684174"/>
            <a:ext cx="30772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body" idx="2"/>
          </p:nvPr>
        </p:nvSpPr>
        <p:spPr>
          <a:xfrm>
            <a:off x="4557388" y="3684174"/>
            <a:ext cx="307722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body" idx="3"/>
          </p:nvPr>
        </p:nvSpPr>
        <p:spPr>
          <a:xfrm>
            <a:off x="8274984" y="3680716"/>
            <a:ext cx="307722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38"/>
          <p:cNvSpPr>
            <a:spLocks noGrp="1"/>
          </p:cNvSpPr>
          <p:nvPr>
            <p:ph type="pic" idx="4"/>
          </p:nvPr>
        </p:nvSpPr>
        <p:spPr>
          <a:xfrm>
            <a:off x="8397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7" name="Google Shape;187;p38"/>
          <p:cNvSpPr>
            <a:spLocks noGrp="1"/>
          </p:cNvSpPr>
          <p:nvPr>
            <p:ph type="pic" idx="5"/>
          </p:nvPr>
        </p:nvSpPr>
        <p:spPr>
          <a:xfrm>
            <a:off x="45573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8" name="Google Shape;188;p38"/>
          <p:cNvSpPr>
            <a:spLocks noGrp="1"/>
          </p:cNvSpPr>
          <p:nvPr>
            <p:ph type="pic" idx="6"/>
          </p:nvPr>
        </p:nvSpPr>
        <p:spPr>
          <a:xfrm>
            <a:off x="8274985" y="2350852"/>
            <a:ext cx="3077226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pic>
        <p:nvPicPr>
          <p:cNvPr id="189" name="Google Shape;189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2" y="6398574"/>
            <a:ext cx="1706876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body" idx="7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body" idx="8"/>
          </p:nvPr>
        </p:nvSpPr>
        <p:spPr>
          <a:xfrm>
            <a:off x="838199" y="4537901"/>
            <a:ext cx="307881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body" idx="9"/>
          </p:nvPr>
        </p:nvSpPr>
        <p:spPr>
          <a:xfrm>
            <a:off x="4557388" y="4529421"/>
            <a:ext cx="3077224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body" idx="13"/>
          </p:nvPr>
        </p:nvSpPr>
        <p:spPr>
          <a:xfrm>
            <a:off x="8274983" y="4529421"/>
            <a:ext cx="3077223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2"/>
          <p:cNvSpPr txBox="1">
            <a:spLocks noGrp="1"/>
          </p:cNvSpPr>
          <p:nvPr>
            <p:ph type="title"/>
          </p:nvPr>
        </p:nvSpPr>
        <p:spPr>
          <a:xfrm>
            <a:off x="829546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2"/>
          <p:cNvSpPr txBox="1">
            <a:spLocks noGrp="1"/>
          </p:cNvSpPr>
          <p:nvPr>
            <p:ph type="body" idx="1"/>
          </p:nvPr>
        </p:nvSpPr>
        <p:spPr>
          <a:xfrm>
            <a:off x="829305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42"/>
          <p:cNvPicPr preferRelativeResize="0"/>
          <p:nvPr/>
        </p:nvPicPr>
        <p:blipFill rotWithShape="1">
          <a:blip r:embed="rId2">
            <a:alphaModFix/>
          </a:blip>
          <a:srcRect l="57853" r="10595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with Caption">
  <p:cSld name="3_Content with Caption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>
            <a:spLocks noGrp="1"/>
          </p:cNvSpPr>
          <p:nvPr>
            <p:ph type="title"/>
          </p:nvPr>
        </p:nvSpPr>
        <p:spPr>
          <a:xfrm>
            <a:off x="829305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3"/>
          <p:cNvSpPr txBox="1">
            <a:spLocks noGrp="1"/>
          </p:cNvSpPr>
          <p:nvPr>
            <p:ph type="body" idx="1"/>
          </p:nvPr>
        </p:nvSpPr>
        <p:spPr>
          <a:xfrm>
            <a:off x="829064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4" name="Google Shape;204;p4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5" name="Google Shape;205;p43"/>
          <p:cNvPicPr preferRelativeResize="0"/>
          <p:nvPr/>
        </p:nvPicPr>
        <p:blipFill rotWithShape="1">
          <a:blip r:embed="rId2">
            <a:alphaModFix/>
          </a:blip>
          <a:srcRect l="31631" r="31631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 with Caption">
  <p:cSld name="6_Content with Captio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>
            <a:spLocks noGrp="1"/>
          </p:cNvSpPr>
          <p:nvPr>
            <p:ph type="title"/>
          </p:nvPr>
        </p:nvSpPr>
        <p:spPr>
          <a:xfrm>
            <a:off x="830220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4"/>
          <p:cNvSpPr txBox="1">
            <a:spLocks noGrp="1"/>
          </p:cNvSpPr>
          <p:nvPr>
            <p:ph type="body" idx="1"/>
          </p:nvPr>
        </p:nvSpPr>
        <p:spPr>
          <a:xfrm>
            <a:off x="829979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0" name="Google Shape;210;p4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1" name="Google Shape;211;p44"/>
          <p:cNvPicPr preferRelativeResize="0"/>
          <p:nvPr/>
        </p:nvPicPr>
        <p:blipFill rotWithShape="1">
          <a:blip r:embed="rId2">
            <a:alphaModFix/>
          </a:blip>
          <a:srcRect l="19782" r="43426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A5A5A5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>
                <a:solidFill>
                  <a:srgbClr val="012C44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1" name="Google Shape;221;p47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rgbClr val="012C4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9"/>
          <p:cNvPicPr preferRelativeResize="0"/>
          <p:nvPr/>
        </p:nvPicPr>
        <p:blipFill rotWithShape="1">
          <a:blip r:embed="rId2">
            <a:alphaModFix amt="26000"/>
          </a:blip>
          <a:srcRect t="41820" b="1810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5_Title Slide">
    <p:bg>
      <p:bgPr>
        <a:solidFill>
          <a:srgbClr val="012C44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33" name="Google Shape;233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C240E-BD8F-4E7C-9B63-B7B4D9465441}"/>
              </a:ext>
            </a:extLst>
          </p:cNvPr>
          <p:cNvGrpSpPr/>
          <p:nvPr userDrawn="1"/>
        </p:nvGrpSpPr>
        <p:grpSpPr>
          <a:xfrm>
            <a:off x="10254660" y="139422"/>
            <a:ext cx="1937339" cy="465029"/>
            <a:chOff x="10254660" y="193214"/>
            <a:chExt cx="1937339" cy="46502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EFE318-AE9A-4903-8DE8-1A193F27A83B}"/>
                </a:ext>
              </a:extLst>
            </p:cNvPr>
            <p:cNvSpPr/>
            <p:nvPr/>
          </p:nvSpPr>
          <p:spPr>
            <a:xfrm rot="5400000">
              <a:off x="11548427" y="14671"/>
              <a:ext cx="45719" cy="1241425"/>
            </a:xfrm>
            <a:prstGeom prst="rect">
              <a:avLst/>
            </a:prstGeom>
            <a:solidFill>
              <a:srgbClr val="F66C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D959119-9363-4EFE-83BF-6658EE104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4660" y="193214"/>
              <a:ext cx="1681056" cy="291821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35D6C2F-69DC-4B6A-9E4D-D5BC74F37CF3}"/>
              </a:ext>
            </a:extLst>
          </p:cNvPr>
          <p:cNvSpPr/>
          <p:nvPr userDrawn="1"/>
        </p:nvSpPr>
        <p:spPr>
          <a:xfrm>
            <a:off x="588401" y="2"/>
            <a:ext cx="74439" cy="870475"/>
          </a:xfrm>
          <a:prstGeom prst="rect">
            <a:avLst/>
          </a:prstGeom>
          <a:solidFill>
            <a:srgbClr val="F66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3D6FE7A1-6E84-4768-88A2-F2919D86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24544931-0FD3-499A-9746-548326EC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3BD6-6453-A74A-949B-3A0DFACDA8F0}" type="slidenum">
              <a:rPr lang="en-US" smtClean="0"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ADED7A-B55B-48EC-A362-9AFA4748D0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5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0" r:id="rId3"/>
    <p:sldLayoutId id="214748366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3" r:id="rId13"/>
    <p:sldLayoutId id="2147483674" r:id="rId14"/>
    <p:sldLayoutId id="2147483676" r:id="rId15"/>
    <p:sldLayoutId id="214748367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9" name="Google Shape;239;p1" descr="A blue lock on a rusty metal padlock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 l="9193" r="3136"/>
            <a:stretch/>
          </p:blipFill>
          <p:spPr>
            <a:xfrm>
              <a:off x="0" y="0"/>
              <a:ext cx="12191998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"/>
            <p:cNvSpPr/>
            <p:nvPr/>
          </p:nvSpPr>
          <p:spPr>
            <a:xfrm>
              <a:off x="2021305" y="0"/>
              <a:ext cx="10170695" cy="6858000"/>
            </a:xfrm>
            <a:prstGeom prst="rect">
              <a:avLst/>
            </a:prstGeom>
            <a:gradFill>
              <a:gsLst>
                <a:gs pos="0">
                  <a:srgbClr val="000000">
                    <a:alpha val="58039"/>
                  </a:srgbClr>
                </a:gs>
                <a:gs pos="50000">
                  <a:srgbClr val="000000">
                    <a:alpha val="48235"/>
                  </a:srgbClr>
                </a:gs>
                <a:gs pos="74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1"/>
          <p:cNvSpPr txBox="1">
            <a:spLocks noGrp="1"/>
          </p:cNvSpPr>
          <p:nvPr>
            <p:ph type="ctrTitle"/>
          </p:nvPr>
        </p:nvSpPr>
        <p:spPr>
          <a:xfrm>
            <a:off x="6095999" y="1450976"/>
            <a:ext cx="5273841" cy="325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Montserrat"/>
              <a:buNone/>
            </a:pPr>
            <a:r>
              <a:rPr lang="en-US" sz="7000">
                <a:solidFill>
                  <a:schemeClr val="lt1"/>
                </a:solidFill>
              </a:rPr>
              <a:t>Unlock Hidden Value</a:t>
            </a:r>
            <a:endParaRPr/>
          </a:p>
        </p:txBody>
      </p:sp>
      <p:pic>
        <p:nvPicPr>
          <p:cNvPr id="242" name="Google Shape;24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0591" y="5606716"/>
            <a:ext cx="3434611" cy="545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2"/>
          <p:cNvSpPr txBox="1">
            <a:spLocks noGrp="1"/>
          </p:cNvSpPr>
          <p:nvPr>
            <p:ph type="ctrTitle"/>
          </p:nvPr>
        </p:nvSpPr>
        <p:spPr>
          <a:xfrm>
            <a:off x="1524000" y="1814513"/>
            <a:ext cx="9144000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</a:pPr>
            <a:r>
              <a:rPr lang="en-US" dirty="0"/>
              <a:t>&lt;Give it a Title&gt;</a:t>
            </a:r>
            <a:endParaRPr dirty="0"/>
          </a:p>
        </p:txBody>
      </p:sp>
      <p:sp>
        <p:nvSpPr>
          <p:cNvPr id="882" name="Google Shape;882;p12"/>
          <p:cNvSpPr txBox="1">
            <a:spLocks noGrp="1"/>
          </p:cNvSpPr>
          <p:nvPr>
            <p:ph type="subTitle" idx="1"/>
          </p:nvPr>
        </p:nvSpPr>
        <p:spPr>
          <a:xfrm>
            <a:off x="1524000" y="1114425"/>
            <a:ext cx="9144000" cy="46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IMPACT CASE STUDY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009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3"/>
          <p:cNvSpPr/>
          <p:nvPr/>
        </p:nvSpPr>
        <p:spPr>
          <a:xfrm>
            <a:off x="6096000" y="-1"/>
            <a:ext cx="6096000" cy="2100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3"/>
          <p:cNvSpPr/>
          <p:nvPr/>
        </p:nvSpPr>
        <p:spPr>
          <a:xfrm>
            <a:off x="0" y="-4317"/>
            <a:ext cx="5919507" cy="2104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3"/>
          <p:cNvSpPr txBox="1">
            <a:spLocks noGrp="1"/>
          </p:cNvSpPr>
          <p:nvPr>
            <p:ph type="title"/>
          </p:nvPr>
        </p:nvSpPr>
        <p:spPr>
          <a:xfrm>
            <a:off x="244887" y="2159767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The Challenge</a:t>
            </a:r>
            <a:endParaRPr sz="2800" dirty="0"/>
          </a:p>
        </p:txBody>
      </p:sp>
      <p:sp>
        <p:nvSpPr>
          <p:cNvPr id="890" name="Google Shape;890;p13"/>
          <p:cNvSpPr txBox="1">
            <a:spLocks noGrp="1"/>
          </p:cNvSpPr>
          <p:nvPr>
            <p:ph type="body" idx="1"/>
          </p:nvPr>
        </p:nvSpPr>
        <p:spPr>
          <a:xfrm>
            <a:off x="363550" y="2894373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600" dirty="0"/>
              <a:t>The client had grown through rapid M&amp;A and each brand used its own mix of suppliers.  The absence of a centralized procurement function hindered access to vital contract and purchasing data. Longstanding supplier relationships added to the challenge of consolidating and optimizing third-party spending.</a:t>
            </a:r>
            <a:endParaRPr sz="1600" dirty="0"/>
          </a:p>
        </p:txBody>
      </p:sp>
      <p:sp>
        <p:nvSpPr>
          <p:cNvPr id="891" name="Google Shape;891;p1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92" name="Google Shape;892;p13"/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CLIENT: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3"/>
          <p:cNvSpPr txBox="1"/>
          <p:nvPr/>
        </p:nvSpPr>
        <p:spPr>
          <a:xfrm>
            <a:off x="6283606" y="0"/>
            <a:ext cx="4462462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RELATIONSHIP VIA: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/>
          <p:cNvSpPr txBox="1"/>
          <p:nvPr/>
        </p:nvSpPr>
        <p:spPr>
          <a:xfrm>
            <a:off x="903008" y="957952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&lt;Anonymized Descriptive Company Name&gt;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895;p13">
            <a:extLst>
              <a:ext uri="{FF2B5EF4-FFF2-40B4-BE49-F238E27FC236}">
                <a16:creationId xmlns:a16="http://schemas.microsoft.com/office/drawing/2014/main" id="{517E0942-4D42-D4BB-6E27-A17D28136BE8}"/>
              </a:ext>
            </a:extLst>
          </p:cNvPr>
          <p:cNvSpPr txBox="1"/>
          <p:nvPr/>
        </p:nvSpPr>
        <p:spPr>
          <a:xfrm>
            <a:off x="6751242" y="921891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&lt;Anonymized Descriptive PE Name&gt;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889;p13">
            <a:extLst>
              <a:ext uri="{FF2B5EF4-FFF2-40B4-BE49-F238E27FC236}">
                <a16:creationId xmlns:a16="http://schemas.microsoft.com/office/drawing/2014/main" id="{5BE1D8A6-A747-E29F-3924-24C7B0EF4CD7}"/>
              </a:ext>
            </a:extLst>
          </p:cNvPr>
          <p:cNvSpPr txBox="1">
            <a:spLocks/>
          </p:cNvSpPr>
          <p:nvPr/>
        </p:nvSpPr>
        <p:spPr>
          <a:xfrm>
            <a:off x="236746" y="3931563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Approach</a:t>
            </a:r>
          </a:p>
        </p:txBody>
      </p:sp>
      <p:sp>
        <p:nvSpPr>
          <p:cNvPr id="14" name="Google Shape;890;p13">
            <a:extLst>
              <a:ext uri="{FF2B5EF4-FFF2-40B4-BE49-F238E27FC236}">
                <a16:creationId xmlns:a16="http://schemas.microsoft.com/office/drawing/2014/main" id="{EA81C5E9-DDAB-670E-19BC-CFE12058810B}"/>
              </a:ext>
            </a:extLst>
          </p:cNvPr>
          <p:cNvSpPr txBox="1">
            <a:spLocks/>
          </p:cNvSpPr>
          <p:nvPr/>
        </p:nvSpPr>
        <p:spPr>
          <a:xfrm>
            <a:off x="355409" y="4666169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2200"/>
              <a:buFont typeface="Arial"/>
              <a:buNone/>
            </a:pPr>
            <a:r>
              <a:rPr lang="en-US" sz="1600"/>
              <a:t>The client had grown through rapid M&amp;A and each brand used its own mix of suppliers.  The absence of a centralized procurement function hindered access to vital contract and purchasing data. Longstanding supplier relationships added to the challenge of consolidating and optimizing third-party spending.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649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4"/>
          <p:cNvSpPr/>
          <p:nvPr/>
        </p:nvSpPr>
        <p:spPr>
          <a:xfrm>
            <a:off x="6288143" y="1"/>
            <a:ext cx="5903858" cy="5286374"/>
          </a:xfrm>
          <a:prstGeom prst="rect">
            <a:avLst/>
          </a:prstGeom>
          <a:solidFill>
            <a:srgbClr val="012C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4"/>
          <p:cNvSpPr txBox="1">
            <a:spLocks noGrp="1"/>
          </p:cNvSpPr>
          <p:nvPr>
            <p:ph type="title"/>
          </p:nvPr>
        </p:nvSpPr>
        <p:spPr>
          <a:xfrm>
            <a:off x="784225" y="61728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Key Levers</a:t>
            </a:r>
            <a:endParaRPr sz="2800" dirty="0"/>
          </a:p>
        </p:txBody>
      </p:sp>
      <p:sp>
        <p:nvSpPr>
          <p:cNvPr id="902" name="Google Shape;902;p14"/>
          <p:cNvSpPr txBox="1">
            <a:spLocks noGrp="1"/>
          </p:cNvSpPr>
          <p:nvPr>
            <p:ph type="body" idx="1"/>
          </p:nvPr>
        </p:nvSpPr>
        <p:spPr>
          <a:xfrm>
            <a:off x="860810" y="1062829"/>
            <a:ext cx="5065661" cy="256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Optimized existing supplier relationships by leading data-driven incumbent supplier negotiations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Employed competitive processes where appropriate to secure best-in-class commercial terms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Created a model to assess procurement synergies for ongoing and future M&amp;A</a:t>
            </a:r>
            <a:endParaRPr sz="1600" dirty="0"/>
          </a:p>
        </p:txBody>
      </p:sp>
      <p:sp>
        <p:nvSpPr>
          <p:cNvPr id="903" name="Google Shape;903;p1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04" name="Google Shape;904;p14"/>
          <p:cNvSpPr txBox="1"/>
          <p:nvPr/>
        </p:nvSpPr>
        <p:spPr>
          <a:xfrm>
            <a:off x="6684914" y="1355529"/>
            <a:ext cx="496252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$3M in savings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4"/>
          <p:cNvSpPr txBox="1"/>
          <p:nvPr/>
        </p:nvSpPr>
        <p:spPr>
          <a:xfrm>
            <a:off x="6684915" y="1843182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 critical COGS categories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4"/>
          <p:cNvSpPr txBox="1"/>
          <p:nvPr/>
        </p:nvSpPr>
        <p:spPr>
          <a:xfrm>
            <a:off x="6649814" y="2625318"/>
            <a:ext cx="518051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8DC1"/>
                </a:solidFill>
                <a:latin typeface="Montserrat"/>
                <a:ea typeface="Montserrat"/>
                <a:cs typeface="Montserrat"/>
                <a:sym typeface="Montserrat"/>
              </a:rPr>
              <a:t>$3M additional savings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4"/>
          <p:cNvSpPr txBox="1"/>
          <p:nvPr/>
        </p:nvSpPr>
        <p:spPr>
          <a:xfrm>
            <a:off x="6684914" y="3121111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Identified for a bolt-on acquisition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4"/>
          <p:cNvSpPr txBox="1"/>
          <p:nvPr/>
        </p:nvSpPr>
        <p:spPr>
          <a:xfrm>
            <a:off x="6684914" y="-122604"/>
            <a:ext cx="4846298" cy="16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Value Delivered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4"/>
          <p:cNvSpPr txBox="1"/>
          <p:nvPr/>
        </p:nvSpPr>
        <p:spPr>
          <a:xfrm>
            <a:off x="6667463" y="4226922"/>
            <a:ext cx="5507086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$60M value created</a:t>
            </a:r>
            <a:endParaRPr lang="en-US"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01;p14">
            <a:extLst>
              <a:ext uri="{FF2B5EF4-FFF2-40B4-BE49-F238E27FC236}">
                <a16:creationId xmlns:a16="http://schemas.microsoft.com/office/drawing/2014/main" id="{A104F887-8518-E35A-CFC4-AF0D806C325B}"/>
              </a:ext>
            </a:extLst>
          </p:cNvPr>
          <p:cNvSpPr txBox="1">
            <a:spLocks/>
          </p:cNvSpPr>
          <p:nvPr/>
        </p:nvSpPr>
        <p:spPr>
          <a:xfrm>
            <a:off x="783065" y="3348233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Differentiators</a:t>
            </a:r>
          </a:p>
        </p:txBody>
      </p:sp>
      <p:sp>
        <p:nvSpPr>
          <p:cNvPr id="3" name="Google Shape;902;p14">
            <a:extLst>
              <a:ext uri="{FF2B5EF4-FFF2-40B4-BE49-F238E27FC236}">
                <a16:creationId xmlns:a16="http://schemas.microsoft.com/office/drawing/2014/main" id="{8F01271C-A1ED-02F8-2996-C53E12876E4D}"/>
              </a:ext>
            </a:extLst>
          </p:cNvPr>
          <p:cNvSpPr txBox="1">
            <a:spLocks/>
          </p:cNvSpPr>
          <p:nvPr/>
        </p:nvSpPr>
        <p:spPr>
          <a:xfrm>
            <a:off x="859650" y="4349334"/>
            <a:ext cx="5065661" cy="207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spcBef>
                <a:spcPts val="0"/>
              </a:spcBef>
              <a:buSzPts val="2200"/>
            </a:pPr>
            <a:r>
              <a:rPr lang="en-US" sz="1600" dirty="0"/>
              <a:t>Optimized existing supplier relationships by leading data-driven incumbent supplier negotiations </a:t>
            </a:r>
          </a:p>
          <a:p>
            <a:pPr marL="228600" indent="-228600">
              <a:spcBef>
                <a:spcPts val="1600"/>
              </a:spcBef>
              <a:buSzPts val="2200"/>
            </a:pPr>
            <a:r>
              <a:rPr lang="en-US" sz="1600" dirty="0"/>
              <a:t>Employed competitive processes where appropriate to secure best-in-class commercial terms </a:t>
            </a:r>
          </a:p>
        </p:txBody>
      </p:sp>
    </p:spTree>
    <p:extLst>
      <p:ext uri="{BB962C8B-B14F-4D97-AF65-F5344CB8AC3E}">
        <p14:creationId xmlns:p14="http://schemas.microsoft.com/office/powerpoint/2010/main" val="366640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>
          <a:extLst>
            <a:ext uri="{FF2B5EF4-FFF2-40B4-BE49-F238E27FC236}">
              <a16:creationId xmlns:a16="http://schemas.microsoft.com/office/drawing/2014/main" id="{E60F75AA-ECDA-90E3-DB73-A08976E4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3">
            <a:extLst>
              <a:ext uri="{FF2B5EF4-FFF2-40B4-BE49-F238E27FC236}">
                <a16:creationId xmlns:a16="http://schemas.microsoft.com/office/drawing/2014/main" id="{49EFAADD-983D-6BD8-0B2F-183BCD743398}"/>
              </a:ext>
            </a:extLst>
          </p:cNvPr>
          <p:cNvSpPr/>
          <p:nvPr/>
        </p:nvSpPr>
        <p:spPr>
          <a:xfrm>
            <a:off x="0" y="-4317"/>
            <a:ext cx="12192000" cy="11206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3">
            <a:extLst>
              <a:ext uri="{FF2B5EF4-FFF2-40B4-BE49-F238E27FC236}">
                <a16:creationId xmlns:a16="http://schemas.microsoft.com/office/drawing/2014/main" id="{E0426E56-416B-0EFD-5D14-97448B39F2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92" name="Google Shape;892;p13">
            <a:extLst>
              <a:ext uri="{FF2B5EF4-FFF2-40B4-BE49-F238E27FC236}">
                <a16:creationId xmlns:a16="http://schemas.microsoft.com/office/drawing/2014/main" id="{B975D03D-5B31-1C3B-9580-ED0E2706A8A0}"/>
              </a:ext>
            </a:extLst>
          </p:cNvPr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>
            <a:extLst>
              <a:ext uri="{FF2B5EF4-FFF2-40B4-BE49-F238E27FC236}">
                <a16:creationId xmlns:a16="http://schemas.microsoft.com/office/drawing/2014/main" id="{5312A4BC-FFC5-CE77-8C97-4C3DF0BF8844}"/>
              </a:ext>
            </a:extLst>
          </p:cNvPr>
          <p:cNvSpPr txBox="1"/>
          <p:nvPr/>
        </p:nvSpPr>
        <p:spPr>
          <a:xfrm>
            <a:off x="70383" y="122146"/>
            <a:ext cx="5772005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Selected Category Outcomes</a:t>
            </a:r>
            <a:endParaRPr sz="28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C7892F-CEC8-F01C-BE03-7F4CF9BE8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486037"/>
              </p:ext>
            </p:extLst>
          </p:nvPr>
        </p:nvGraphicFramePr>
        <p:xfrm>
          <a:off x="274320" y="1417320"/>
          <a:ext cx="7589520" cy="4579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Category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Incumbent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Awarded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% Savings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Key Lever(s)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IUD Order Management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Bayer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Bayer (USWHA tier discounts activated)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$3,140,334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Policy enforcement of 5-unit minimum order, Volume aggregation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 IUD Program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 (Confidence in Coverage replacement program)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$3,140,334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Supplier rebate program enrolment, Behavioral change – claim replacement utilisation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Billing Systems / RCM (Athena)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Athenahealth (athenaOne)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Athenahealth (renegotiated 3.15% fee tier)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$3,025,000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Benchmark-driven renegotiation, Tiered fee reduction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Medical Supplies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Medline (Heartland region), McKesson (Mid-Atlantic)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McKesson (enterprise-wide primary distributor)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$1,133,051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Competitive RFP, Distributor consolidation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Sonography 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IT Imaging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In-house recruiting model (Advantia HR), Staffmark (Recruiter-on-Demand 20 % utilisation)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$819,732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Make-versus-buy analysis, Staffing model change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 (incumbent)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 (renegotiated pricing)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$423,792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RFQ with BAFO rounds, Incumbent benchmarking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IT Managed 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DAG Tech, ComTech Systems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$314,588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Benchmarking, RFP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Picture 9" descr="bar_chart.png">
            <a:extLst>
              <a:ext uri="{FF2B5EF4-FFF2-40B4-BE49-F238E27FC236}">
                <a16:creationId xmlns:a16="http://schemas.microsoft.com/office/drawing/2014/main" id="{50AE07D4-2EFF-B989-FC34-46E67E289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428" y="1553084"/>
            <a:ext cx="4297680" cy="396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0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E4B1A1D6EF694AA54E0AA1E59E03D1" ma:contentTypeVersion="18" ma:contentTypeDescription="Create a new document." ma:contentTypeScope="" ma:versionID="83f1482836390784f4b7a3dafd99a349">
  <xsd:schema xmlns:xsd="http://www.w3.org/2001/XMLSchema" xmlns:xs="http://www.w3.org/2001/XMLSchema" xmlns:p="http://schemas.microsoft.com/office/2006/metadata/properties" xmlns:ns3="2d3d64c2-51a4-4142-a187-c7c657960abc" xmlns:ns4="d541f1fe-8755-4111-8e6b-004d3c96471f" targetNamespace="http://schemas.microsoft.com/office/2006/metadata/properties" ma:root="true" ma:fieldsID="9ef3aa51f692a03b8c81b32594be1999" ns3:_="" ns4:_="">
    <xsd:import namespace="2d3d64c2-51a4-4142-a187-c7c657960abc"/>
    <xsd:import namespace="d541f1fe-8755-4111-8e6b-004d3c9647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3d64c2-51a4-4142-a187-c7c657960a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1f1fe-8755-4111-8e6b-004d3c9647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3d64c2-51a4-4142-a187-c7c657960ab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644729-0F33-4B8B-B451-EBB36B487449}">
  <ds:schemaRefs>
    <ds:schemaRef ds:uri="2d3d64c2-51a4-4142-a187-c7c657960abc"/>
    <ds:schemaRef ds:uri="d541f1fe-8755-4111-8e6b-004d3c9647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63C0A20-A275-4CEE-A55E-0EB3D66A7842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d541f1fe-8755-4111-8e6b-004d3c96471f"/>
    <ds:schemaRef ds:uri="http://purl.org/dc/terms/"/>
    <ds:schemaRef ds:uri="http://schemas.microsoft.com/office/infopath/2007/PartnerControls"/>
    <ds:schemaRef ds:uri="2d3d64c2-51a4-4142-a187-c7c657960abc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B02C888-46AB-46E6-8BE8-9C8E1B5F47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134474</TotalTime>
  <Words>388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Roboto</vt:lpstr>
      <vt:lpstr>Calibri</vt:lpstr>
      <vt:lpstr>Arial</vt:lpstr>
      <vt:lpstr>Montserrat SemiBold</vt:lpstr>
      <vt:lpstr>Montserrat</vt:lpstr>
      <vt:lpstr>Montserrat Medium</vt:lpstr>
      <vt:lpstr>Office Theme</vt:lpstr>
      <vt:lpstr>Unlock Hidden Value</vt:lpstr>
      <vt:lpstr>&lt;Give it a Title&gt;</vt:lpstr>
      <vt:lpstr>The Challenge</vt:lpstr>
      <vt:lpstr>Key Levers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Moser</dc:creator>
  <cp:lastModifiedBy>Rahul Ahuja</cp:lastModifiedBy>
  <cp:revision>5</cp:revision>
  <cp:lastPrinted>2025-07-30T21:48:14Z</cp:lastPrinted>
  <dcterms:created xsi:type="dcterms:W3CDTF">2025-02-25T20:05:01Z</dcterms:created>
  <dcterms:modified xsi:type="dcterms:W3CDTF">2026-01-30T16:29:23Z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0x0101002EE4B1A1D6EF694AA54E0AA1E59E03D1</vt:lpwstr>
  </property>
</Properties>
</file>