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4"/>
  </p:sldMasterIdLst>
  <p:notesMasterIdLst>
    <p:notesMasterId r:id="rId10"/>
  </p:notesMasterIdLst>
  <p:sldIdLst>
    <p:sldId id="256" r:id="rId5"/>
    <p:sldId id="1345" r:id="rId6"/>
    <p:sldId id="1346" r:id="rId7"/>
    <p:sldId id="1347" r:id="rId8"/>
    <p:sldId id="1448" r:id="rId9"/>
  </p:sldIdLst>
  <p:sldSz cx="12192000" cy="6858000"/>
  <p:notesSz cx="6858000" cy="9144000"/>
  <p:embeddedFontLst>
    <p:embeddedFont>
      <p:font typeface="Montserrat" panose="00000500000000000000" pitchFamily="2" charset="0"/>
      <p:regular r:id="rId11"/>
      <p:bold r:id="rId12"/>
      <p:italic r:id="rId13"/>
      <p:boldItalic r:id="rId14"/>
    </p:embeddedFont>
    <p:embeddedFont>
      <p:font typeface="Montserrat Medium" panose="00000600000000000000" pitchFamily="2" charset="0"/>
      <p:regular r:id="rId15"/>
      <p:bold r:id="rId16"/>
      <p:italic r:id="rId17"/>
      <p:boldItalic r:id="rId18"/>
    </p:embeddedFont>
    <p:embeddedFont>
      <p:font typeface="Montserrat SemiBold" panose="00000700000000000000" pitchFamily="2" charset="0"/>
      <p:regular r:id="rId19"/>
      <p:bold r:id="rId20"/>
      <p:italic r:id="rId21"/>
      <p:boldItalic r:id="rId22"/>
    </p:embeddedFont>
    <p:embeddedFont>
      <p:font typeface="Roboto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E44852FF-27D5-4100-94DB-CB21D5101685}">
          <p14:sldIdLst/>
        </p14:section>
        <p14:section name="Treya Overview" id="{15E6B74A-93E3-420F-AC0A-09FC1C782C04}">
          <p14:sldIdLst>
            <p14:sldId id="256"/>
          </p14:sldIdLst>
        </p14:section>
        <p14:section name="Impact Case Study" id="{95C84C76-8285-4917-ADA5-273DE4DA10D0}">
          <p14:sldIdLst>
            <p14:sldId id="1345"/>
            <p14:sldId id="1346"/>
            <p14:sldId id="1347"/>
            <p14:sldId id="1448"/>
          </p14:sldIdLst>
        </p14:section>
        <p14:section name="Procurement Strategic Consulting" id="{3964D234-6AE2-4119-8798-8B3E9C46E987}">
          <p14:sldIdLst/>
        </p14:section>
        <p14:section name="Preferred Vendor Program" id="{D5400ADA-63C7-4CBA-BBA2-DDADBDA207DA}">
          <p14:sldIdLst/>
        </p14:section>
        <p14:section name="Due Diligence" id="{EDE531EB-A029-4577-A773-6A0EC160733B}">
          <p14:sldIdLst/>
        </p14:section>
        <p14:section name="Managed Spend" id="{C0BD3619-394D-4405-BC74-7E22E8482CCB}">
          <p14:sldIdLst/>
        </p14:section>
        <p14:section name="Proposal Deck" id="{8B80CC39-53C6-4B03-AAF1-B983A2AC5656}">
          <p14:sldIdLst/>
        </p14:section>
        <p14:section name="Category Approach Slides" id="{24AA7F3A-FA45-41C0-8467-D9E3ADD20E07}">
          <p14:sldIdLst/>
        </p14:section>
        <p14:section name="Team Bios" id="{8682BD23-10DE-4BEF-AFE6-D6973332E362}">
          <p14:sldIdLst/>
        </p14:section>
        <p14:section name="Additional Slides" id="{D40C36B6-396B-463D-ADCF-B0CDDD03505F}">
          <p14:sldIdLst/>
        </p14:section>
        <p14:section name="Meet the Team" id="{D65D111C-817A-4E5C-8A5E-D3F94AD8ED90}">
          <p14:sldIdLst/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112" roundtripDataSignature="AMtx7mig7H59aXg0MpwgCUWGxxZJ4Z5X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2C44"/>
    <a:srgbClr val="DBDBDA"/>
    <a:srgbClr val="0E2841"/>
    <a:srgbClr val="E97132"/>
    <a:srgbClr val="112243"/>
    <a:srgbClr val="C3D0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E93F93-4F9E-45A4-AB2D-762F2664A84A}">
  <a:tblStyle styleId="{E6E93F93-4F9E-45A4-AB2D-762F2664A84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notesMaster" Target="notesMasters/notesMaster1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7" Type="http://schemas.openxmlformats.org/officeDocument/2006/relationships/font" Target="fonts/font7.fntdata"/><Relationship Id="rId18" Type="http://schemas.openxmlformats.org/officeDocument/2006/relationships/font" Target="fonts/font8.fntdata"/><Relationship Id="rId19" Type="http://schemas.openxmlformats.org/officeDocument/2006/relationships/font" Target="fonts/font9.fntdata"/><Relationship Id="rId20" Type="http://schemas.openxmlformats.org/officeDocument/2006/relationships/font" Target="fonts/font10.fntdata"/><Relationship Id="rId21" Type="http://schemas.openxmlformats.org/officeDocument/2006/relationships/font" Target="fonts/font11.fntdata"/><Relationship Id="rId22" Type="http://schemas.openxmlformats.org/officeDocument/2006/relationships/font" Target="fonts/font12.fntdata"/><Relationship Id="rId23" Type="http://schemas.openxmlformats.org/officeDocument/2006/relationships/font" Target="fonts/font13.fntdata"/><Relationship Id="rId24" Type="http://schemas.openxmlformats.org/officeDocument/2006/relationships/font" Target="fonts/font14.fntdata"/><Relationship Id="rId25" Type="http://schemas.openxmlformats.org/officeDocument/2006/relationships/font" Target="fonts/font15.fntdata"/><Relationship Id="rId26" Type="http://schemas.openxmlformats.org/officeDocument/2006/relationships/font" Target="fonts/font16.fntdata"/><Relationship Id="rId112" Type="http://customschemas.google.com/relationships/presentationmetadata" Target="metadata"/><Relationship Id="rId113" Type="http://schemas.openxmlformats.org/officeDocument/2006/relationships/presProps" Target="presProps.xml"/><Relationship Id="rId114" Type="http://schemas.openxmlformats.org/officeDocument/2006/relationships/viewProps" Target="viewProps.xml"/><Relationship Id="rId115" Type="http://schemas.openxmlformats.org/officeDocument/2006/relationships/theme" Target="theme/theme1.xml"/><Relationship Id="rId116" Type="http://schemas.openxmlformats.org/officeDocument/2006/relationships/tableStyles" Target="tableStyles.xml"/><Relationship Id="rId11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Ahuja" userId="8a5ff04f-61a1-4d56-a445-567342436c59" providerId="ADAL" clId="{E2685B32-CF7E-4491-B2E4-B9EFD4D29670}"/>
    <pc:docChg chg="undo custSel addSld delSld modSld sldOrd delMainMaster modSection">
      <pc:chgData name="Rahul Ahuja" userId="8a5ff04f-61a1-4d56-a445-567342436c59" providerId="ADAL" clId="{E2685B32-CF7E-4491-B2E4-B9EFD4D29670}" dt="2026-01-30T16:29:19.247" v="698" actId="47"/>
      <pc:docMkLst>
        <pc:docMk/>
      </pc:docMkLst>
      <pc:sldChg chg="ord">
        <pc:chgData name="Rahul Ahuja" userId="8a5ff04f-61a1-4d56-a445-567342436c59" providerId="ADAL" clId="{E2685B32-CF7E-4491-B2E4-B9EFD4D29670}" dt="2026-01-30T16:29:08.874" v="697" actId="20578"/>
        <pc:sldMkLst>
          <pc:docMk/>
          <pc:sldMk cId="0" sldId="256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258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261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26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263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264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265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268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269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1593165829" sldId="270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27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273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275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276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277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278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284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286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2503720156" sldId="287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997996095" sldId="289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959975061" sldId="290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633568225" sldId="291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4047610002" sldId="29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995630346" sldId="867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885967790" sldId="90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139241507" sldId="979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432005273" sldId="984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640930481" sldId="1007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503898064" sldId="1256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5873354" sldId="1257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406395925" sldId="1316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049463172" sldId="132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570153783" sldId="1326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717260407" sldId="1328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294649738" sldId="1330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740780271" sldId="1331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659267779" sldId="133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118445023" sldId="1334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0" sldId="1335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391117823" sldId="1336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149888704" sldId="1337"/>
        </pc:sldMkLst>
      </pc:sldChg>
      <pc:sldChg chg="del">
        <pc:chgData name="Rahul Ahuja" userId="8a5ff04f-61a1-4d56-a445-567342436c59" providerId="ADAL" clId="{E2685B32-CF7E-4491-B2E4-B9EFD4D29670}" dt="2026-01-30T16:29:02.058" v="696" actId="47"/>
        <pc:sldMkLst>
          <pc:docMk/>
          <pc:sldMk cId="2793545554" sldId="1338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646122217" sldId="1339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675616253" sldId="1340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539971289" sldId="1341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488477134" sldId="134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242601701" sldId="1343"/>
        </pc:sldMkLst>
      </pc:sldChg>
      <pc:sldChg chg="modSp mod">
        <pc:chgData name="Rahul Ahuja" userId="8a5ff04f-61a1-4d56-a445-567342436c59" providerId="ADAL" clId="{E2685B32-CF7E-4491-B2E4-B9EFD4D29670}" dt="2026-01-30T16:11:00.779" v="17" actId="6549"/>
        <pc:sldMkLst>
          <pc:docMk/>
          <pc:sldMk cId="1970097965" sldId="1345"/>
        </pc:sldMkLst>
        <pc:spChg chg="mod">
          <ac:chgData name="Rahul Ahuja" userId="8a5ff04f-61a1-4d56-a445-567342436c59" providerId="ADAL" clId="{E2685B32-CF7E-4491-B2E4-B9EFD4D29670}" dt="2026-01-30T16:11:00.779" v="17" actId="6549"/>
          <ac:spMkLst>
            <pc:docMk/>
            <pc:sldMk cId="1970097965" sldId="1345"/>
            <ac:spMk id="881" creationId="{00000000-0000-0000-0000-000000000000}"/>
          </ac:spMkLst>
        </pc:spChg>
      </pc:sldChg>
      <pc:sldChg chg="addSp delSp modSp mod ord">
        <pc:chgData name="Rahul Ahuja" userId="8a5ff04f-61a1-4d56-a445-567342436c59" providerId="ADAL" clId="{E2685B32-CF7E-4491-B2E4-B9EFD4D29670}" dt="2026-01-30T16:18:53.826" v="557" actId="255"/>
        <pc:sldMkLst>
          <pc:docMk/>
          <pc:sldMk cId="2786491309" sldId="1346"/>
        </pc:sldMkLst>
        <pc:spChg chg="add mod">
          <ac:chgData name="Rahul Ahuja" userId="8a5ff04f-61a1-4d56-a445-567342436c59" providerId="ADAL" clId="{E2685B32-CF7E-4491-B2E4-B9EFD4D29670}" dt="2026-01-30T16:11:56.821" v="166" actId="20577"/>
          <ac:spMkLst>
            <pc:docMk/>
            <pc:sldMk cId="2786491309" sldId="1346"/>
            <ac:spMk id="2" creationId="{517E0942-4D42-D4BB-6E27-A17D28136BE8}"/>
          </ac:spMkLst>
        </pc:spChg>
        <pc:spChg chg="add del mod">
          <ac:chgData name="Rahul Ahuja" userId="8a5ff04f-61a1-4d56-a445-567342436c59" providerId="ADAL" clId="{E2685B32-CF7E-4491-B2E4-B9EFD4D29670}" dt="2026-01-30T16:13:38.477" v="260" actId="478"/>
          <ac:spMkLst>
            <pc:docMk/>
            <pc:sldMk cId="2786491309" sldId="1346"/>
            <ac:spMk id="4" creationId="{69803A95-1AF6-1383-784D-B43A2C845B87}"/>
          </ac:spMkLst>
        </pc:spChg>
        <pc:spChg chg="add del mod">
          <ac:chgData name="Rahul Ahuja" userId="8a5ff04f-61a1-4d56-a445-567342436c59" providerId="ADAL" clId="{E2685B32-CF7E-4491-B2E4-B9EFD4D29670}" dt="2026-01-30T16:13:37.688" v="259" actId="478"/>
          <ac:spMkLst>
            <pc:docMk/>
            <pc:sldMk cId="2786491309" sldId="1346"/>
            <ac:spMk id="6" creationId="{FEB2E921-548D-DD4B-822E-8E7C8EADDA28}"/>
          </ac:spMkLst>
        </pc:spChg>
        <pc:spChg chg="add mod">
          <ac:chgData name="Rahul Ahuja" userId="8a5ff04f-61a1-4d56-a445-567342436c59" providerId="ADAL" clId="{E2685B32-CF7E-4491-B2E4-B9EFD4D29670}" dt="2026-01-30T16:13:35.761" v="256" actId="1036"/>
          <ac:spMkLst>
            <pc:docMk/>
            <pc:sldMk cId="2786491309" sldId="1346"/>
            <ac:spMk id="7" creationId="{CFFCB3DE-2112-8417-9F48-1B865B3DE6F3}"/>
          </ac:spMkLst>
        </pc:spChg>
        <pc:spChg chg="add mod">
          <ac:chgData name="Rahul Ahuja" userId="8a5ff04f-61a1-4d56-a445-567342436c59" providerId="ADAL" clId="{E2685B32-CF7E-4491-B2E4-B9EFD4D29670}" dt="2026-01-30T16:13:35.761" v="256" actId="1036"/>
          <ac:spMkLst>
            <pc:docMk/>
            <pc:sldMk cId="2786491309" sldId="1346"/>
            <ac:spMk id="8" creationId="{2CF545F4-52E4-B907-4A4F-0BF0059B583A}"/>
          </ac:spMkLst>
        </pc:spChg>
        <pc:spChg chg="add mod">
          <ac:chgData name="Rahul Ahuja" userId="8a5ff04f-61a1-4d56-a445-567342436c59" providerId="ADAL" clId="{E2685B32-CF7E-4491-B2E4-B9EFD4D29670}" dt="2026-01-30T16:13:35.761" v="256" actId="1036"/>
          <ac:spMkLst>
            <pc:docMk/>
            <pc:sldMk cId="2786491309" sldId="1346"/>
            <ac:spMk id="9" creationId="{7F6F2544-8807-BB46-16B6-C59D61AC93E0}"/>
          </ac:spMkLst>
        </pc:spChg>
        <pc:spChg chg="add mod">
          <ac:chgData name="Rahul Ahuja" userId="8a5ff04f-61a1-4d56-a445-567342436c59" providerId="ADAL" clId="{E2685B32-CF7E-4491-B2E4-B9EFD4D29670}" dt="2026-01-30T16:13:35.761" v="256" actId="1036"/>
          <ac:spMkLst>
            <pc:docMk/>
            <pc:sldMk cId="2786491309" sldId="1346"/>
            <ac:spMk id="10" creationId="{3AB7643A-2017-970D-348B-E4C80F3B840A}"/>
          </ac:spMkLst>
        </pc:spChg>
        <pc:spChg chg="add mod">
          <ac:chgData name="Rahul Ahuja" userId="8a5ff04f-61a1-4d56-a445-567342436c59" providerId="ADAL" clId="{E2685B32-CF7E-4491-B2E4-B9EFD4D29670}" dt="2026-01-30T16:13:35.761" v="256" actId="1036"/>
          <ac:spMkLst>
            <pc:docMk/>
            <pc:sldMk cId="2786491309" sldId="1346"/>
            <ac:spMk id="11" creationId="{DED3798D-92FB-1BA7-9449-9F7CFF1B0271}"/>
          </ac:spMkLst>
        </pc:spChg>
        <pc:spChg chg="add mod">
          <ac:chgData name="Rahul Ahuja" userId="8a5ff04f-61a1-4d56-a445-567342436c59" providerId="ADAL" clId="{E2685B32-CF7E-4491-B2E4-B9EFD4D29670}" dt="2026-01-30T16:13:35.761" v="256" actId="1036"/>
          <ac:spMkLst>
            <pc:docMk/>
            <pc:sldMk cId="2786491309" sldId="1346"/>
            <ac:spMk id="12" creationId="{C2ECD1A6-7F05-7969-0D0F-773CAE3D81FB}"/>
          </ac:spMkLst>
        </pc:spChg>
        <pc:spChg chg="add mod">
          <ac:chgData name="Rahul Ahuja" userId="8a5ff04f-61a1-4d56-a445-567342436c59" providerId="ADAL" clId="{E2685B32-CF7E-4491-B2E4-B9EFD4D29670}" dt="2026-01-30T16:15:01.908" v="340" actId="20577"/>
          <ac:spMkLst>
            <pc:docMk/>
            <pc:sldMk cId="2786491309" sldId="1346"/>
            <ac:spMk id="13" creationId="{5BE1D8A6-A747-E29F-3924-24C7B0EF4CD7}"/>
          </ac:spMkLst>
        </pc:spChg>
        <pc:spChg chg="add mod">
          <ac:chgData name="Rahul Ahuja" userId="8a5ff04f-61a1-4d56-a445-567342436c59" providerId="ADAL" clId="{E2685B32-CF7E-4491-B2E4-B9EFD4D29670}" dt="2026-01-30T16:18:53.826" v="557" actId="255"/>
          <ac:spMkLst>
            <pc:docMk/>
            <pc:sldMk cId="2786491309" sldId="1346"/>
            <ac:spMk id="14" creationId="{EA81C5E9-DDAB-670E-19BC-CFE12058810B}"/>
          </ac:spMkLst>
        </pc:spChg>
        <pc:spChg chg="add del mod">
          <ac:chgData name="Rahul Ahuja" userId="8a5ff04f-61a1-4d56-a445-567342436c59" providerId="ADAL" clId="{E2685B32-CF7E-4491-B2E4-B9EFD4D29670}" dt="2026-01-30T16:14:25.329" v="267" actId="14100"/>
          <ac:spMkLst>
            <pc:docMk/>
            <pc:sldMk cId="2786491309" sldId="1346"/>
            <ac:spMk id="889" creationId="{00000000-0000-0000-0000-000000000000}"/>
          </ac:spMkLst>
        </pc:spChg>
        <pc:spChg chg="add del mod">
          <ac:chgData name="Rahul Ahuja" userId="8a5ff04f-61a1-4d56-a445-567342436c59" providerId="ADAL" clId="{E2685B32-CF7E-4491-B2E4-B9EFD4D29670}" dt="2026-01-30T16:18:53.826" v="557" actId="255"/>
          <ac:spMkLst>
            <pc:docMk/>
            <pc:sldMk cId="2786491309" sldId="1346"/>
            <ac:spMk id="890" creationId="{00000000-0000-0000-0000-000000000000}"/>
          </ac:spMkLst>
        </pc:spChg>
        <pc:spChg chg="mod">
          <ac:chgData name="Rahul Ahuja" userId="8a5ff04f-61a1-4d56-a445-567342436c59" providerId="ADAL" clId="{E2685B32-CF7E-4491-B2E4-B9EFD4D29670}" dt="2026-01-30T16:12:05.018" v="188" actId="20577"/>
          <ac:spMkLst>
            <pc:docMk/>
            <pc:sldMk cId="2786491309" sldId="1346"/>
            <ac:spMk id="895" creationId="{00000000-0000-0000-0000-000000000000}"/>
          </ac:spMkLst>
        </pc:spChg>
        <pc:picChg chg="del">
          <ac:chgData name="Rahul Ahuja" userId="8a5ff04f-61a1-4d56-a445-567342436c59" providerId="ADAL" clId="{E2685B32-CF7E-4491-B2E4-B9EFD4D29670}" dt="2026-01-30T16:11:33.061" v="35" actId="478"/>
          <ac:picMkLst>
            <pc:docMk/>
            <pc:sldMk cId="2786491309" sldId="1346"/>
            <ac:picMk id="894" creationId="{00000000-0000-0000-0000-000000000000}"/>
          </ac:picMkLst>
        </pc:picChg>
      </pc:sldChg>
      <pc:sldChg chg="addSp modSp mod ord">
        <pc:chgData name="Rahul Ahuja" userId="8a5ff04f-61a1-4d56-a445-567342436c59" providerId="ADAL" clId="{E2685B32-CF7E-4491-B2E4-B9EFD4D29670}" dt="2026-01-30T16:19:39.933" v="559" actId="14100"/>
        <pc:sldMkLst>
          <pc:docMk/>
          <pc:sldMk cId="3666401649" sldId="1347"/>
        </pc:sldMkLst>
        <pc:spChg chg="add mod">
          <ac:chgData name="Rahul Ahuja" userId="8a5ff04f-61a1-4d56-a445-567342436c59" providerId="ADAL" clId="{E2685B32-CF7E-4491-B2E4-B9EFD4D29670}" dt="2026-01-30T16:18:31.797" v="555" actId="20577"/>
          <ac:spMkLst>
            <pc:docMk/>
            <pc:sldMk cId="3666401649" sldId="1347"/>
            <ac:spMk id="2" creationId="{A104F887-8518-E35A-CFC4-AF0D806C325B}"/>
          </ac:spMkLst>
        </pc:spChg>
        <pc:spChg chg="add mod">
          <ac:chgData name="Rahul Ahuja" userId="8a5ff04f-61a1-4d56-a445-567342436c59" providerId="ADAL" clId="{E2685B32-CF7E-4491-B2E4-B9EFD4D29670}" dt="2026-01-30T16:19:39.933" v="559" actId="14100"/>
          <ac:spMkLst>
            <pc:docMk/>
            <pc:sldMk cId="3666401649" sldId="1347"/>
            <ac:spMk id="3" creationId="{8F01271C-A1ED-02F8-2996-C53E12876E4D}"/>
          </ac:spMkLst>
        </pc:spChg>
        <pc:spChg chg="mod">
          <ac:chgData name="Rahul Ahuja" userId="8a5ff04f-61a1-4d56-a445-567342436c59" providerId="ADAL" clId="{E2685B32-CF7E-4491-B2E4-B9EFD4D29670}" dt="2026-01-30T16:17:23.640" v="381" actId="255"/>
          <ac:spMkLst>
            <pc:docMk/>
            <pc:sldMk cId="3666401649" sldId="1347"/>
            <ac:spMk id="901" creationId="{00000000-0000-0000-0000-000000000000}"/>
          </ac:spMkLst>
        </pc:spChg>
        <pc:spChg chg="mod">
          <ac:chgData name="Rahul Ahuja" userId="8a5ff04f-61a1-4d56-a445-567342436c59" providerId="ADAL" clId="{E2685B32-CF7E-4491-B2E4-B9EFD4D29670}" dt="2026-01-30T16:17:38.496" v="383" actId="14100"/>
          <ac:spMkLst>
            <pc:docMk/>
            <pc:sldMk cId="3666401649" sldId="1347"/>
            <ac:spMk id="902" creationId="{00000000-0000-0000-0000-000000000000}"/>
          </ac:spMkLst>
        </pc:spChg>
        <pc:spChg chg="mod">
          <ac:chgData name="Rahul Ahuja" userId="8a5ff04f-61a1-4d56-a445-567342436c59" providerId="ADAL" clId="{E2685B32-CF7E-4491-B2E4-B9EFD4D29670}" dt="2026-01-30T16:16:33.578" v="356" actId="14100"/>
          <ac:spMkLst>
            <pc:docMk/>
            <pc:sldMk cId="3666401649" sldId="1347"/>
            <ac:spMk id="908" creationId="{00000000-0000-0000-0000-000000000000}"/>
          </ac:spMkLst>
        </pc:spChg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205537516" sldId="1348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339814894" sldId="1349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0" sldId="1354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301183304" sldId="1355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353291575" sldId="1359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859037354" sldId="1404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496663098" sldId="1409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968375683" sldId="1427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848514672" sldId="1428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885979844" sldId="1429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696548751" sldId="1430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514912492" sldId="143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116550265" sldId="1433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315648513" sldId="1434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402611983" sldId="1436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084816071" sldId="1438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686216639" sldId="1439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397529006" sldId="1440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094272044" sldId="1441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4036884919" sldId="1442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644611369" sldId="1443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3175343179" sldId="1444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1798952565" sldId="1445"/>
        </pc:sldMkLst>
      </pc:sldChg>
      <pc:sldChg chg="del">
        <pc:chgData name="Rahul Ahuja" userId="8a5ff04f-61a1-4d56-a445-567342436c59" providerId="ADAL" clId="{E2685B32-CF7E-4491-B2E4-B9EFD4D29670}" dt="2026-01-30T16:29:19.247" v="698" actId="47"/>
        <pc:sldMkLst>
          <pc:docMk/>
          <pc:sldMk cId="2201511898" sldId="1446"/>
        </pc:sldMkLst>
      </pc:sldChg>
      <pc:sldChg chg="del ord">
        <pc:chgData name="Rahul Ahuja" userId="8a5ff04f-61a1-4d56-a445-567342436c59" providerId="ADAL" clId="{E2685B32-CF7E-4491-B2E4-B9EFD4D29670}" dt="2026-01-30T16:27:45.815" v="694" actId="2696"/>
        <pc:sldMkLst>
          <pc:docMk/>
          <pc:sldMk cId="3005246640" sldId="1447"/>
        </pc:sldMkLst>
      </pc:sldChg>
      <pc:sldChg chg="addSp delSp modSp add mod ord">
        <pc:chgData name="Rahul Ahuja" userId="8a5ff04f-61a1-4d56-a445-567342436c59" providerId="ADAL" clId="{E2685B32-CF7E-4491-B2E4-B9EFD4D29670}" dt="2026-01-30T16:28:17.848" v="695" actId="207"/>
        <pc:sldMkLst>
          <pc:docMk/>
          <pc:sldMk cId="3626506863" sldId="1448"/>
        </pc:sldMkLst>
        <pc:spChg chg="del">
          <ac:chgData name="Rahul Ahuja" userId="8a5ff04f-61a1-4d56-a445-567342436c59" providerId="ADAL" clId="{E2685B32-CF7E-4491-B2E4-B9EFD4D29670}" dt="2026-01-30T16:21:45.114" v="619" actId="478"/>
          <ac:spMkLst>
            <pc:docMk/>
            <pc:sldMk cId="3626506863" sldId="1448"/>
            <ac:spMk id="2" creationId="{EB05FF88-4F84-B765-9DB5-E19F81CA6992}"/>
          </ac:spMkLst>
        </pc:spChg>
        <pc:spChg chg="add del mod">
          <ac:chgData name="Rahul Ahuja" userId="8a5ff04f-61a1-4d56-a445-567342436c59" providerId="ADAL" clId="{E2685B32-CF7E-4491-B2E4-B9EFD4D29670}" dt="2026-01-30T16:23:18.721" v="635" actId="478"/>
          <ac:spMkLst>
            <pc:docMk/>
            <pc:sldMk cId="3626506863" sldId="1448"/>
            <ac:spMk id="4" creationId="{0BCFDBC7-325C-2094-7F9A-41FFCA287F76}"/>
          </ac:spMkLst>
        </pc:spChg>
        <pc:spChg chg="add del mod">
          <ac:chgData name="Rahul Ahuja" userId="8a5ff04f-61a1-4d56-a445-567342436c59" providerId="ADAL" clId="{E2685B32-CF7E-4491-B2E4-B9EFD4D29670}" dt="2026-01-30T16:23:15.806" v="634" actId="478"/>
          <ac:spMkLst>
            <pc:docMk/>
            <pc:sldMk cId="3626506863" sldId="1448"/>
            <ac:spMk id="6" creationId="{3B472651-DEB7-70F0-5BF3-D8DF650D8672}"/>
          </ac:spMkLst>
        </pc:spChg>
        <pc:spChg chg="add mod">
          <ac:chgData name="Rahul Ahuja" userId="8a5ff04f-61a1-4d56-a445-567342436c59" providerId="ADAL" clId="{E2685B32-CF7E-4491-B2E4-B9EFD4D29670}" dt="2026-01-30T16:23:20.333" v="636"/>
          <ac:spMkLst>
            <pc:docMk/>
            <pc:sldMk cId="3626506863" sldId="1448"/>
            <ac:spMk id="7" creationId="{B4FF6778-FD5C-2C52-E723-4B5818854BEB}"/>
          </ac:spMkLst>
        </pc:spChg>
        <pc:spChg chg="add mod">
          <ac:chgData name="Rahul Ahuja" userId="8a5ff04f-61a1-4d56-a445-567342436c59" providerId="ADAL" clId="{E2685B32-CF7E-4491-B2E4-B9EFD4D29670}" dt="2026-01-30T16:23:20.333" v="636"/>
          <ac:spMkLst>
            <pc:docMk/>
            <pc:sldMk cId="3626506863" sldId="1448"/>
            <ac:spMk id="8" creationId="{B22BFF25-2CE1-98A4-0B5F-7AA67EC3181D}"/>
          </ac:spMkLst>
        </pc:spChg>
        <pc:spChg chg="del">
          <ac:chgData name="Rahul Ahuja" userId="8a5ff04f-61a1-4d56-a445-567342436c59" providerId="ADAL" clId="{E2685B32-CF7E-4491-B2E4-B9EFD4D29670}" dt="2026-01-30T16:23:12.699" v="633" actId="478"/>
          <ac:spMkLst>
            <pc:docMk/>
            <pc:sldMk cId="3626506863" sldId="1448"/>
            <ac:spMk id="13" creationId="{27BDBDBF-F530-1543-249D-F603587999D1}"/>
          </ac:spMkLst>
        </pc:spChg>
        <pc:spChg chg="del">
          <ac:chgData name="Rahul Ahuja" userId="8a5ff04f-61a1-4d56-a445-567342436c59" providerId="ADAL" clId="{E2685B32-CF7E-4491-B2E4-B9EFD4D29670}" dt="2026-01-30T16:23:12.699" v="633" actId="478"/>
          <ac:spMkLst>
            <pc:docMk/>
            <pc:sldMk cId="3626506863" sldId="1448"/>
            <ac:spMk id="14" creationId="{E7B07EAE-CA70-04F1-7126-1AA487E67E7A}"/>
          </ac:spMkLst>
        </pc:spChg>
        <pc:spChg chg="del">
          <ac:chgData name="Rahul Ahuja" userId="8a5ff04f-61a1-4d56-a445-567342436c59" providerId="ADAL" clId="{E2685B32-CF7E-4491-B2E4-B9EFD4D29670}" dt="2026-01-30T16:21:47.428" v="620" actId="478"/>
          <ac:spMkLst>
            <pc:docMk/>
            <pc:sldMk cId="3626506863" sldId="1448"/>
            <ac:spMk id="887" creationId="{7127915E-5C80-BF16-23AD-0887D2F6B444}"/>
          </ac:spMkLst>
        </pc:spChg>
        <pc:spChg chg="mod">
          <ac:chgData name="Rahul Ahuja" userId="8a5ff04f-61a1-4d56-a445-567342436c59" providerId="ADAL" clId="{E2685B32-CF7E-4491-B2E4-B9EFD4D29670}" dt="2026-01-30T16:25:00.662" v="693" actId="14100"/>
          <ac:spMkLst>
            <pc:docMk/>
            <pc:sldMk cId="3626506863" sldId="1448"/>
            <ac:spMk id="888" creationId="{49EFAADD-983D-6BD8-0B2F-183BCD743398}"/>
          </ac:spMkLst>
        </pc:spChg>
        <pc:spChg chg="del">
          <ac:chgData name="Rahul Ahuja" userId="8a5ff04f-61a1-4d56-a445-567342436c59" providerId="ADAL" clId="{E2685B32-CF7E-4491-B2E4-B9EFD4D29670}" dt="2026-01-30T16:23:12.699" v="633" actId="478"/>
          <ac:spMkLst>
            <pc:docMk/>
            <pc:sldMk cId="3626506863" sldId="1448"/>
            <ac:spMk id="889" creationId="{5F15AC2C-5B17-602D-A3A6-0188653319EB}"/>
          </ac:spMkLst>
        </pc:spChg>
        <pc:spChg chg="del">
          <ac:chgData name="Rahul Ahuja" userId="8a5ff04f-61a1-4d56-a445-567342436c59" providerId="ADAL" clId="{E2685B32-CF7E-4491-B2E4-B9EFD4D29670}" dt="2026-01-30T16:23:12.699" v="633" actId="478"/>
          <ac:spMkLst>
            <pc:docMk/>
            <pc:sldMk cId="3626506863" sldId="1448"/>
            <ac:spMk id="890" creationId="{1F216A69-5F15-0885-A592-BA9CDC96062C}"/>
          </ac:spMkLst>
        </pc:spChg>
        <pc:spChg chg="mod">
          <ac:chgData name="Rahul Ahuja" userId="8a5ff04f-61a1-4d56-a445-567342436c59" providerId="ADAL" clId="{E2685B32-CF7E-4491-B2E4-B9EFD4D29670}" dt="2026-01-30T16:21:08.004" v="576" actId="20577"/>
          <ac:spMkLst>
            <pc:docMk/>
            <pc:sldMk cId="3626506863" sldId="1448"/>
            <ac:spMk id="892" creationId="{B975D03D-5B31-1C3B-9580-ED0E2706A8A0}"/>
          </ac:spMkLst>
        </pc:spChg>
        <pc:spChg chg="del">
          <ac:chgData name="Rahul Ahuja" userId="8a5ff04f-61a1-4d56-a445-567342436c59" providerId="ADAL" clId="{E2685B32-CF7E-4491-B2E4-B9EFD4D29670}" dt="2026-01-30T16:21:41.051" v="618" actId="478"/>
          <ac:spMkLst>
            <pc:docMk/>
            <pc:sldMk cId="3626506863" sldId="1448"/>
            <ac:spMk id="893" creationId="{0CE5A8C6-CCB5-E29C-3F90-06B316356691}"/>
          </ac:spMkLst>
        </pc:spChg>
        <pc:spChg chg="mod">
          <ac:chgData name="Rahul Ahuja" userId="8a5ff04f-61a1-4d56-a445-567342436c59" providerId="ADAL" clId="{E2685B32-CF7E-4491-B2E4-B9EFD4D29670}" dt="2026-01-30T16:22:15.999" v="632" actId="242"/>
          <ac:spMkLst>
            <pc:docMk/>
            <pc:sldMk cId="3626506863" sldId="1448"/>
            <ac:spMk id="895" creationId="{5312A4BC-FFC5-CE77-8C97-4C3DF0BF8844}"/>
          </ac:spMkLst>
        </pc:spChg>
        <pc:graphicFrameChg chg="add mod modGraphic">
          <ac:chgData name="Rahul Ahuja" userId="8a5ff04f-61a1-4d56-a445-567342436c59" providerId="ADAL" clId="{E2685B32-CF7E-4491-B2E4-B9EFD4D29670}" dt="2026-01-30T16:28:17.848" v="695" actId="207"/>
          <ac:graphicFrameMkLst>
            <pc:docMk/>
            <pc:sldMk cId="3626506863" sldId="1448"/>
            <ac:graphicFrameMk id="9" creationId="{E7C7892F-CEC8-F01C-BE03-7F4CF9BE85B4}"/>
          </ac:graphicFrameMkLst>
        </pc:graphicFrameChg>
        <pc:picChg chg="add mod">
          <ac:chgData name="Rahul Ahuja" userId="8a5ff04f-61a1-4d56-a445-567342436c59" providerId="ADAL" clId="{E2685B32-CF7E-4491-B2E4-B9EFD4D29670}" dt="2026-01-30T16:24:43.943" v="692" actId="1076"/>
          <ac:picMkLst>
            <pc:docMk/>
            <pc:sldMk cId="3626506863" sldId="1448"/>
            <ac:picMk id="10" creationId="{50AE07D4-2EFF-B989-FC34-46E67E28976F}"/>
          </ac:picMkLst>
        </pc:picChg>
      </pc:sldChg>
      <pc:sldMasterChg chg="delSldLayout">
        <pc:chgData name="Rahul Ahuja" userId="8a5ff04f-61a1-4d56-a445-567342436c59" providerId="ADAL" clId="{E2685B32-CF7E-4491-B2E4-B9EFD4D29670}" dt="2026-01-30T16:29:19.247" v="698" actId="47"/>
        <pc:sldMasterMkLst>
          <pc:docMk/>
          <pc:sldMasterMk cId="0" sldId="2147483648"/>
        </pc:sldMasterMkLst>
        <pc:sldLayoutChg chg="del">
          <pc:chgData name="Rahul Ahuja" userId="8a5ff04f-61a1-4d56-a445-567342436c59" providerId="ADAL" clId="{E2685B32-CF7E-4491-B2E4-B9EFD4D29670}" dt="2026-01-30T16:29:02.058" v="696" actId="47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65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65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658"/>
          </pc:sldLayoutMkLst>
        </pc:sldLayoutChg>
        <pc:sldLayoutChg chg="del">
          <pc:chgData name="Rahul Ahuja" userId="8a5ff04f-61a1-4d56-a445-567342436c59" providerId="ADAL" clId="{E2685B32-CF7E-4491-B2E4-B9EFD4D29670}" dt="2026-01-30T16:29:02.058" v="696" actId="47"/>
          <pc:sldLayoutMkLst>
            <pc:docMk/>
            <pc:sldMasterMk cId="0" sldId="2147483648"/>
            <pc:sldLayoutMk cId="0" sldId="214748365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66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671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67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721807362" sldId="214748370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4034342905" sldId="2147483703"/>
          </pc:sldLayoutMkLst>
        </pc:sldLayoutChg>
        <pc:sldLayoutChg chg="del">
          <pc:chgData name="Rahul Ahuja" userId="8a5ff04f-61a1-4d56-a445-567342436c59" providerId="ADAL" clId="{E2685B32-CF7E-4491-B2E4-B9EFD4D29670}" dt="2026-01-30T16:29:02.058" v="696" actId="47"/>
          <pc:sldLayoutMkLst>
            <pc:docMk/>
            <pc:sldMasterMk cId="0" sldId="2147483648"/>
            <pc:sldLayoutMk cId="3468571442" sldId="2147483764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0" sldId="2147483648"/>
            <pc:sldLayoutMk cId="0" sldId="2147483769"/>
          </pc:sldLayoutMkLst>
        </pc:sldLayoutChg>
      </pc:sldMasterChg>
      <pc:sldMasterChg chg="del delSldLayout">
        <pc:chgData name="Rahul Ahuja" userId="8a5ff04f-61a1-4d56-a445-567342436c59" providerId="ADAL" clId="{E2685B32-CF7E-4491-B2E4-B9EFD4D29670}" dt="2026-01-30T16:29:19.247" v="698" actId="47"/>
        <pc:sldMasterMkLst>
          <pc:docMk/>
          <pc:sldMasterMk cId="416187380" sldId="2147483678"/>
        </pc:sldMasterMkLst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598265223" sldId="214748367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510900507" sldId="214748368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1857167716" sldId="214748368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3686874151" sldId="2147483683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1133522564" sldId="2147483684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4283684801" sldId="214748368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689353033" sldId="214748368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703293581" sldId="2147483687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4181280093" sldId="2147483688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3468425422" sldId="214748368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1374124795" sldId="214748369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1655090012" sldId="2147483691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1993070364" sldId="2147483693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3933007474" sldId="2147483694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965605785" sldId="214748369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1980739321" sldId="214748369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615965697" sldId="2147483697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1007855526" sldId="2147483698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463132004" sldId="214748369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1659736714" sldId="214748370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416187380" sldId="2147483678"/>
            <pc:sldLayoutMk cId="4047176056" sldId="2147483701"/>
          </pc:sldLayoutMkLst>
        </pc:sldLayoutChg>
      </pc:sldMasterChg>
      <pc:sldMasterChg chg="del delSldLayout">
        <pc:chgData name="Rahul Ahuja" userId="8a5ff04f-61a1-4d56-a445-567342436c59" providerId="ADAL" clId="{E2685B32-CF7E-4491-B2E4-B9EFD4D29670}" dt="2026-01-30T16:29:19.247" v="698" actId="47"/>
        <pc:sldMasterMkLst>
          <pc:docMk/>
          <pc:sldMasterMk cId="705983136" sldId="2147483704"/>
        </pc:sldMasterMkLst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3937082249" sldId="214748370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155081175" sldId="214748370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322562664" sldId="2147483707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4273546715" sldId="2147483708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334772759" sldId="214748370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805880367" sldId="214748371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1381251017" sldId="2147483711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3003588287" sldId="214748371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152778526" sldId="2147483713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1416269586" sldId="2147483714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124868721" sldId="214748371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080839466" sldId="2147483717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687573281" sldId="2147483718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1601430779" sldId="214748371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938281724" sldId="214748372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375315608" sldId="2147483721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2043641404" sldId="214748372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3945991199" sldId="2147483723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1906723250" sldId="2147483724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3774617723" sldId="214748372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457563264" sldId="214748372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585474061" sldId="2147483727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610090357" sldId="2147483728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3540181963" sldId="214748372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3471021442" sldId="214748373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3248819747" sldId="2147483731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705983136" sldId="2147483704"/>
            <pc:sldLayoutMk cId="3577670127" sldId="2147483732"/>
          </pc:sldLayoutMkLst>
        </pc:sldLayoutChg>
      </pc:sldMasterChg>
      <pc:sldMasterChg chg="del delSldLayout">
        <pc:chgData name="Rahul Ahuja" userId="8a5ff04f-61a1-4d56-a445-567342436c59" providerId="ADAL" clId="{E2685B32-CF7E-4491-B2E4-B9EFD4D29670}" dt="2026-01-30T16:29:19.247" v="698" actId="47"/>
        <pc:sldMasterMkLst>
          <pc:docMk/>
          <pc:sldMasterMk cId="1186401162" sldId="2147483733"/>
        </pc:sldMasterMkLst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1186401162" sldId="2147483733"/>
            <pc:sldLayoutMk cId="2183141480" sldId="2147483734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1186401162" sldId="2147483733"/>
            <pc:sldLayoutMk cId="3127857548" sldId="214748373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1186401162" sldId="2147483733"/>
            <pc:sldLayoutMk cId="1265006688" sldId="214748373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1186401162" sldId="2147483733"/>
            <pc:sldLayoutMk cId="2233869188" sldId="2147483737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1186401162" sldId="2147483733"/>
            <pc:sldLayoutMk cId="1848301400" sldId="2147483738"/>
          </pc:sldLayoutMkLst>
        </pc:sldLayoutChg>
      </pc:sldMasterChg>
      <pc:sldMasterChg chg="del delSldLayout">
        <pc:chgData name="Rahul Ahuja" userId="8a5ff04f-61a1-4d56-a445-567342436c59" providerId="ADAL" clId="{E2685B32-CF7E-4491-B2E4-B9EFD4D29670}" dt="2026-01-30T16:29:19.247" v="698" actId="47"/>
        <pc:sldMasterMkLst>
          <pc:docMk/>
          <pc:sldMasterMk cId="3403227696" sldId="2147483741"/>
        </pc:sldMasterMkLst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2759763238" sldId="214748374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256618223" sldId="2147483743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548708853" sldId="2147483744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33638569" sldId="214748374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4225111918" sldId="214748374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126589448" sldId="2147483747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193923965" sldId="2147483748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2172915959" sldId="214748374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3513627811" sldId="214748375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256158651" sldId="2147483751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1501886639" sldId="214748375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2049393829" sldId="2147483753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1771684149" sldId="2147483754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3147380417" sldId="2147483755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205273495" sldId="2147483756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369448701" sldId="2147483757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2374562456" sldId="2147483758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3697350820" sldId="2147483759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1918677002" sldId="2147483760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576923994" sldId="2147483761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1372457049" sldId="2147483762"/>
          </pc:sldLayoutMkLst>
        </pc:sldLayoutChg>
        <pc:sldLayoutChg chg="del">
          <pc:chgData name="Rahul Ahuja" userId="8a5ff04f-61a1-4d56-a445-567342436c59" providerId="ADAL" clId="{E2685B32-CF7E-4491-B2E4-B9EFD4D29670}" dt="2026-01-30T16:29:19.247" v="698" actId="47"/>
          <pc:sldLayoutMkLst>
            <pc:docMk/>
            <pc:sldMasterMk cId="3403227696" sldId="2147483741"/>
            <pc:sldLayoutMk cId="3399412673" sldId="2147483763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6" name="Google Shape;23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9" name="Google Shape;87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5" name="Google Shape;88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8" name="Google Shape;89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3">
          <a:extLst>
            <a:ext uri="{FF2B5EF4-FFF2-40B4-BE49-F238E27FC236}">
              <a16:creationId xmlns:a16="http://schemas.microsoft.com/office/drawing/2014/main" id="{0704B570-E24E-29E0-D481-A70BED369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3:notes">
            <a:extLst>
              <a:ext uri="{FF2B5EF4-FFF2-40B4-BE49-F238E27FC236}">
                <a16:creationId xmlns:a16="http://schemas.microsoft.com/office/drawing/2014/main" id="{CEAB0837-A5BF-F908-6576-A653D2D355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5" name="Google Shape;885;p13:notes">
            <a:extLst>
              <a:ext uri="{FF2B5EF4-FFF2-40B4-BE49-F238E27FC236}">
                <a16:creationId xmlns:a16="http://schemas.microsoft.com/office/drawing/2014/main" id="{2B373F6B-932E-06C0-DD36-1BF6562000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4668249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6000"/>
              <a:buFont typeface="Montserrat"/>
              <a:buNone/>
              <a:defRPr sz="6000"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F36D30"/>
                </a:solidFill>
              </a:defRPr>
            </a:lvl1pPr>
            <a:lvl2pPr lvl="1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2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Ref idx="1001">
        <a:schemeClr val="bg2"/>
      </p:bgRef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880872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26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46920" y="6398574"/>
            <a:ext cx="1706880" cy="271186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Slide">
  <p:cSld name="6_Title Slide">
    <p:bg>
      <p:bgPr>
        <a:solidFill>
          <a:srgbClr val="012C44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36D30"/>
              </a:buClr>
              <a:buSzPts val="6000"/>
              <a:buFont typeface="Montserrat"/>
              <a:buNone/>
              <a:defRPr sz="6000">
                <a:solidFill>
                  <a:srgbClr val="F36D30"/>
                </a:solidFill>
              </a:defRPr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23" name="Google Shape;123;p29"/>
          <p:cNvPicPr preferRelativeResize="0"/>
          <p:nvPr/>
        </p:nvPicPr>
        <p:blipFill rotWithShape="1">
          <a:blip r:embed="rId2">
            <a:alphaModFix amt="10000"/>
          </a:blip>
          <a:srcRect l="1605" r="1603" b="15380"/>
          <a:stretch/>
        </p:blipFill>
        <p:spPr>
          <a:xfrm>
            <a:off x="0" y="5386039"/>
            <a:ext cx="12192000" cy="1471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3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30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9" name="Google Shape;129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46920" y="6398574"/>
            <a:ext cx="1706880" cy="271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3"/>
          <p:cNvSpPr txBox="1">
            <a:spLocks noGrp="1"/>
          </p:cNvSpPr>
          <p:nvPr>
            <p:ph type="body" idx="1"/>
          </p:nvPr>
        </p:nvSpPr>
        <p:spPr>
          <a:xfrm>
            <a:off x="838200" y="2224784"/>
            <a:ext cx="8808720" cy="3991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33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7" name="Google Shape;137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46920" y="6398574"/>
            <a:ext cx="1706880" cy="27118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33"/>
          <p:cNvSpPr txBox="1">
            <a:spLocks noGrp="1"/>
          </p:cNvSpPr>
          <p:nvPr>
            <p:ph type="body" idx="2"/>
          </p:nvPr>
        </p:nvSpPr>
        <p:spPr>
          <a:xfrm>
            <a:off x="838200" y="1563436"/>
            <a:ext cx="8808720" cy="534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 b="0" i="0">
                <a:solidFill>
                  <a:srgbClr val="F36D3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6000"/>
              <a:buFont typeface="Montserrat"/>
              <a:buNone/>
              <a:defRPr sz="6000"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143" name="Google Shape;143;p34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mparison">
  <p:cSld name="6_Comparison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6"/>
          <p:cNvSpPr txBox="1">
            <a:spLocks noGrp="1"/>
          </p:cNvSpPr>
          <p:nvPr>
            <p:ph type="body" idx="1"/>
          </p:nvPr>
        </p:nvSpPr>
        <p:spPr>
          <a:xfrm>
            <a:off x="839789" y="3517388"/>
            <a:ext cx="234182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body" idx="2"/>
          </p:nvPr>
        </p:nvSpPr>
        <p:spPr>
          <a:xfrm>
            <a:off x="3553489" y="3517388"/>
            <a:ext cx="234182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7" name="Google Shape;147;p36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36"/>
          <p:cNvSpPr txBox="1">
            <a:spLocks noGrp="1"/>
          </p:cNvSpPr>
          <p:nvPr>
            <p:ph type="body" idx="3"/>
          </p:nvPr>
        </p:nvSpPr>
        <p:spPr>
          <a:xfrm>
            <a:off x="6267189" y="3513930"/>
            <a:ext cx="234182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49" name="Google Shape;149;p36"/>
          <p:cNvSpPr txBox="1">
            <a:spLocks noGrp="1"/>
          </p:cNvSpPr>
          <p:nvPr>
            <p:ph type="body" idx="4"/>
          </p:nvPr>
        </p:nvSpPr>
        <p:spPr>
          <a:xfrm>
            <a:off x="8980889" y="3513930"/>
            <a:ext cx="2341823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50" name="Google Shape;150;p36"/>
          <p:cNvSpPr>
            <a:spLocks noGrp="1"/>
          </p:cNvSpPr>
          <p:nvPr>
            <p:ph type="pic" idx="5"/>
          </p:nvPr>
        </p:nvSpPr>
        <p:spPr>
          <a:xfrm>
            <a:off x="1256647" y="2332671"/>
            <a:ext cx="1505711" cy="1188923"/>
          </a:xfrm>
          <a:prstGeom prst="rect">
            <a:avLst/>
          </a:prstGeom>
          <a:noFill/>
          <a:ln>
            <a:noFill/>
          </a:ln>
        </p:spPr>
      </p:sp>
      <p:sp>
        <p:nvSpPr>
          <p:cNvPr id="151" name="Google Shape;151;p36"/>
          <p:cNvSpPr>
            <a:spLocks noGrp="1"/>
          </p:cNvSpPr>
          <p:nvPr>
            <p:ph type="pic" idx="6"/>
          </p:nvPr>
        </p:nvSpPr>
        <p:spPr>
          <a:xfrm>
            <a:off x="3970348" y="2332671"/>
            <a:ext cx="1505711" cy="1188923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6"/>
          <p:cNvSpPr>
            <a:spLocks noGrp="1"/>
          </p:cNvSpPr>
          <p:nvPr>
            <p:ph type="pic" idx="7"/>
          </p:nvPr>
        </p:nvSpPr>
        <p:spPr>
          <a:xfrm>
            <a:off x="6684048" y="2328465"/>
            <a:ext cx="1505711" cy="1188923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6"/>
          <p:cNvSpPr>
            <a:spLocks noGrp="1"/>
          </p:cNvSpPr>
          <p:nvPr>
            <p:ph type="pic" idx="8"/>
          </p:nvPr>
        </p:nvSpPr>
        <p:spPr>
          <a:xfrm>
            <a:off x="9397748" y="2328465"/>
            <a:ext cx="1505711" cy="1188923"/>
          </a:xfrm>
          <a:prstGeom prst="rect">
            <a:avLst/>
          </a:prstGeom>
          <a:noFill/>
          <a:ln>
            <a:noFill/>
          </a:ln>
        </p:spPr>
      </p:sp>
      <p:pic>
        <p:nvPicPr>
          <p:cNvPr id="154" name="Google Shape;154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46920" y="6398574"/>
            <a:ext cx="1706880" cy="271186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36"/>
          <p:cNvSpPr txBox="1">
            <a:spLocks noGrp="1"/>
          </p:cNvSpPr>
          <p:nvPr>
            <p:ph type="body" idx="9"/>
          </p:nvPr>
        </p:nvSpPr>
        <p:spPr>
          <a:xfrm>
            <a:off x="838199" y="1563436"/>
            <a:ext cx="10515599" cy="534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i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4000"/>
              <a:buFont typeface="Montserrat"/>
              <a:buNone/>
              <a:defRPr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36"/>
          <p:cNvSpPr txBox="1">
            <a:spLocks noGrp="1"/>
          </p:cNvSpPr>
          <p:nvPr>
            <p:ph type="body" idx="13"/>
          </p:nvPr>
        </p:nvSpPr>
        <p:spPr>
          <a:xfrm>
            <a:off x="839789" y="4416425"/>
            <a:ext cx="2341822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36"/>
          <p:cNvSpPr txBox="1">
            <a:spLocks noGrp="1"/>
          </p:cNvSpPr>
          <p:nvPr>
            <p:ph type="body" idx="14"/>
          </p:nvPr>
        </p:nvSpPr>
        <p:spPr>
          <a:xfrm>
            <a:off x="3555221" y="4407945"/>
            <a:ext cx="2341822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36"/>
          <p:cNvSpPr txBox="1">
            <a:spLocks noGrp="1"/>
          </p:cNvSpPr>
          <p:nvPr>
            <p:ph type="body" idx="15"/>
          </p:nvPr>
        </p:nvSpPr>
        <p:spPr>
          <a:xfrm>
            <a:off x="6265992" y="4407945"/>
            <a:ext cx="2341822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36"/>
          <p:cNvSpPr txBox="1">
            <a:spLocks noGrp="1"/>
          </p:cNvSpPr>
          <p:nvPr>
            <p:ph type="body" idx="16"/>
          </p:nvPr>
        </p:nvSpPr>
        <p:spPr>
          <a:xfrm>
            <a:off x="8976763" y="4386794"/>
            <a:ext cx="2341822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mparison">
  <p:cSld name="5_Comparison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7"/>
          <p:cNvSpPr txBox="1">
            <a:spLocks noGrp="1"/>
          </p:cNvSpPr>
          <p:nvPr>
            <p:ph type="body" idx="1"/>
          </p:nvPr>
        </p:nvSpPr>
        <p:spPr>
          <a:xfrm>
            <a:off x="630608" y="3517388"/>
            <a:ext cx="19485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3" name="Google Shape;163;p37"/>
          <p:cNvSpPr txBox="1">
            <a:spLocks noGrp="1"/>
          </p:cNvSpPr>
          <p:nvPr>
            <p:ph type="body" idx="2"/>
          </p:nvPr>
        </p:nvSpPr>
        <p:spPr>
          <a:xfrm>
            <a:off x="2851408" y="3517388"/>
            <a:ext cx="19485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64" name="Google Shape;164;p37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" name="Google Shape;165;p37"/>
          <p:cNvSpPr>
            <a:spLocks noGrp="1"/>
          </p:cNvSpPr>
          <p:nvPr>
            <p:ph type="pic" idx="3"/>
          </p:nvPr>
        </p:nvSpPr>
        <p:spPr>
          <a:xfrm>
            <a:off x="839788" y="2332671"/>
            <a:ext cx="1505711" cy="1188923"/>
          </a:xfrm>
          <a:prstGeom prst="rect">
            <a:avLst/>
          </a:prstGeom>
          <a:noFill/>
          <a:ln>
            <a:noFill/>
          </a:ln>
        </p:spPr>
      </p:sp>
      <p:sp>
        <p:nvSpPr>
          <p:cNvPr id="166" name="Google Shape;166;p37"/>
          <p:cNvSpPr>
            <a:spLocks noGrp="1"/>
          </p:cNvSpPr>
          <p:nvPr>
            <p:ph type="pic" idx="4"/>
          </p:nvPr>
        </p:nvSpPr>
        <p:spPr>
          <a:xfrm>
            <a:off x="3072846" y="2332671"/>
            <a:ext cx="1505711" cy="1188923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7"/>
          <p:cNvSpPr>
            <a:spLocks noGrp="1"/>
          </p:cNvSpPr>
          <p:nvPr>
            <p:ph type="pic" idx="5"/>
          </p:nvPr>
        </p:nvSpPr>
        <p:spPr>
          <a:xfrm>
            <a:off x="5305904" y="2328465"/>
            <a:ext cx="1505711" cy="1188923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7"/>
          <p:cNvSpPr>
            <a:spLocks noGrp="1"/>
          </p:cNvSpPr>
          <p:nvPr>
            <p:ph type="pic" idx="6"/>
          </p:nvPr>
        </p:nvSpPr>
        <p:spPr>
          <a:xfrm>
            <a:off x="7538962" y="2328465"/>
            <a:ext cx="1505711" cy="1188923"/>
          </a:xfrm>
          <a:prstGeom prst="rect">
            <a:avLst/>
          </a:prstGeom>
          <a:noFill/>
          <a:ln>
            <a:noFill/>
          </a:ln>
        </p:spPr>
      </p:sp>
      <p:pic>
        <p:nvPicPr>
          <p:cNvPr id="169" name="Google Shape;169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46920" y="6398574"/>
            <a:ext cx="1706880" cy="27118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7"/>
          <p:cNvSpPr>
            <a:spLocks noGrp="1"/>
          </p:cNvSpPr>
          <p:nvPr>
            <p:ph type="pic" idx="7"/>
          </p:nvPr>
        </p:nvSpPr>
        <p:spPr>
          <a:xfrm>
            <a:off x="9747504" y="2328464"/>
            <a:ext cx="1505711" cy="1188923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7"/>
          <p:cNvSpPr txBox="1">
            <a:spLocks noGrp="1"/>
          </p:cNvSpPr>
          <p:nvPr>
            <p:ph type="body" idx="8"/>
          </p:nvPr>
        </p:nvSpPr>
        <p:spPr>
          <a:xfrm>
            <a:off x="5072207" y="3517388"/>
            <a:ext cx="19485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2" name="Google Shape;172;p37"/>
          <p:cNvSpPr txBox="1">
            <a:spLocks noGrp="1"/>
          </p:cNvSpPr>
          <p:nvPr>
            <p:ph type="body" idx="9"/>
          </p:nvPr>
        </p:nvSpPr>
        <p:spPr>
          <a:xfrm>
            <a:off x="7293006" y="3517388"/>
            <a:ext cx="19485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3" name="Google Shape;173;p37"/>
          <p:cNvSpPr txBox="1">
            <a:spLocks noGrp="1"/>
          </p:cNvSpPr>
          <p:nvPr>
            <p:ph type="body" idx="13"/>
          </p:nvPr>
        </p:nvSpPr>
        <p:spPr>
          <a:xfrm>
            <a:off x="9513805" y="3517387"/>
            <a:ext cx="19485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012C44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74" name="Google Shape;174;p37"/>
          <p:cNvSpPr txBox="1">
            <a:spLocks noGrp="1"/>
          </p:cNvSpPr>
          <p:nvPr>
            <p:ph type="body" idx="14"/>
          </p:nvPr>
        </p:nvSpPr>
        <p:spPr>
          <a:xfrm>
            <a:off x="838199" y="1563436"/>
            <a:ext cx="10515599" cy="534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i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4000"/>
              <a:buFont typeface="Montserrat"/>
              <a:buNone/>
              <a:defRPr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37"/>
          <p:cNvSpPr txBox="1">
            <a:spLocks noGrp="1"/>
          </p:cNvSpPr>
          <p:nvPr>
            <p:ph type="body" idx="15"/>
          </p:nvPr>
        </p:nvSpPr>
        <p:spPr>
          <a:xfrm>
            <a:off x="630606" y="4407945"/>
            <a:ext cx="1948589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37"/>
          <p:cNvSpPr txBox="1">
            <a:spLocks noGrp="1"/>
          </p:cNvSpPr>
          <p:nvPr>
            <p:ph type="body" idx="16"/>
          </p:nvPr>
        </p:nvSpPr>
        <p:spPr>
          <a:xfrm>
            <a:off x="2851408" y="4407945"/>
            <a:ext cx="1948589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8" name="Google Shape;178;p37"/>
          <p:cNvSpPr txBox="1">
            <a:spLocks noGrp="1"/>
          </p:cNvSpPr>
          <p:nvPr>
            <p:ph type="body" idx="17"/>
          </p:nvPr>
        </p:nvSpPr>
        <p:spPr>
          <a:xfrm>
            <a:off x="5084464" y="4407945"/>
            <a:ext cx="1948589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37"/>
          <p:cNvSpPr txBox="1">
            <a:spLocks noGrp="1"/>
          </p:cNvSpPr>
          <p:nvPr>
            <p:ph type="body" idx="18"/>
          </p:nvPr>
        </p:nvSpPr>
        <p:spPr>
          <a:xfrm>
            <a:off x="7293006" y="4407945"/>
            <a:ext cx="1948589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37"/>
          <p:cNvSpPr txBox="1">
            <a:spLocks noGrp="1"/>
          </p:cNvSpPr>
          <p:nvPr>
            <p:ph type="body" idx="19"/>
          </p:nvPr>
        </p:nvSpPr>
        <p:spPr>
          <a:xfrm>
            <a:off x="9513804" y="4394760"/>
            <a:ext cx="1948589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mparison">
  <p:cSld name="3_Comparison">
    <p:bg>
      <p:bgPr>
        <a:solidFill>
          <a:srgbClr val="012C44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8"/>
          <p:cNvSpPr txBox="1">
            <a:spLocks noGrp="1"/>
          </p:cNvSpPr>
          <p:nvPr>
            <p:ph type="body" idx="1"/>
          </p:nvPr>
        </p:nvSpPr>
        <p:spPr>
          <a:xfrm>
            <a:off x="839788" y="3684174"/>
            <a:ext cx="3077223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F36D3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3" name="Google Shape;183;p38"/>
          <p:cNvSpPr txBox="1">
            <a:spLocks noGrp="1"/>
          </p:cNvSpPr>
          <p:nvPr>
            <p:ph type="body" idx="2"/>
          </p:nvPr>
        </p:nvSpPr>
        <p:spPr>
          <a:xfrm>
            <a:off x="4557388" y="3684174"/>
            <a:ext cx="3077226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F36D3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4" name="Google Shape;184;p38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" name="Google Shape;185;p38"/>
          <p:cNvSpPr txBox="1">
            <a:spLocks noGrp="1"/>
          </p:cNvSpPr>
          <p:nvPr>
            <p:ph type="body" idx="3"/>
          </p:nvPr>
        </p:nvSpPr>
        <p:spPr>
          <a:xfrm>
            <a:off x="8274984" y="3680716"/>
            <a:ext cx="307722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 b="1" i="0">
                <a:solidFill>
                  <a:srgbClr val="F36D3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6" name="Google Shape;186;p38"/>
          <p:cNvSpPr>
            <a:spLocks noGrp="1"/>
          </p:cNvSpPr>
          <p:nvPr>
            <p:ph type="pic" idx="4"/>
          </p:nvPr>
        </p:nvSpPr>
        <p:spPr>
          <a:xfrm>
            <a:off x="839788" y="2355058"/>
            <a:ext cx="3077224" cy="1325658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87" name="Google Shape;187;p38"/>
          <p:cNvSpPr>
            <a:spLocks noGrp="1"/>
          </p:cNvSpPr>
          <p:nvPr>
            <p:ph type="pic" idx="5"/>
          </p:nvPr>
        </p:nvSpPr>
        <p:spPr>
          <a:xfrm>
            <a:off x="4557388" y="2355058"/>
            <a:ext cx="3077224" cy="1325658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88" name="Google Shape;188;p38"/>
          <p:cNvSpPr>
            <a:spLocks noGrp="1"/>
          </p:cNvSpPr>
          <p:nvPr>
            <p:ph type="pic" idx="6"/>
          </p:nvPr>
        </p:nvSpPr>
        <p:spPr>
          <a:xfrm>
            <a:off x="8274985" y="2350852"/>
            <a:ext cx="3077226" cy="1325658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pic>
        <p:nvPicPr>
          <p:cNvPr id="189" name="Google Shape;189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646922" y="6398574"/>
            <a:ext cx="1706876" cy="271186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8"/>
          <p:cNvSpPr txBox="1">
            <a:spLocks noGrp="1"/>
          </p:cNvSpPr>
          <p:nvPr>
            <p:ph type="body" idx="7"/>
          </p:nvPr>
        </p:nvSpPr>
        <p:spPr>
          <a:xfrm>
            <a:off x="838199" y="1563436"/>
            <a:ext cx="10515599" cy="534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i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1" name="Google Shape;191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38"/>
          <p:cNvSpPr txBox="1">
            <a:spLocks noGrp="1"/>
          </p:cNvSpPr>
          <p:nvPr>
            <p:ph type="body" idx="8"/>
          </p:nvPr>
        </p:nvSpPr>
        <p:spPr>
          <a:xfrm>
            <a:off x="838199" y="4537901"/>
            <a:ext cx="3078812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3" name="Google Shape;193;p38"/>
          <p:cNvSpPr txBox="1">
            <a:spLocks noGrp="1"/>
          </p:cNvSpPr>
          <p:nvPr>
            <p:ph type="body" idx="9"/>
          </p:nvPr>
        </p:nvSpPr>
        <p:spPr>
          <a:xfrm>
            <a:off x="4557388" y="4529421"/>
            <a:ext cx="3077224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4" name="Google Shape;194;p38"/>
          <p:cNvSpPr txBox="1">
            <a:spLocks noGrp="1"/>
          </p:cNvSpPr>
          <p:nvPr>
            <p:ph type="body" idx="13"/>
          </p:nvPr>
        </p:nvSpPr>
        <p:spPr>
          <a:xfrm>
            <a:off x="8274983" y="4529421"/>
            <a:ext cx="3077223" cy="1773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 with Caption">
  <p:cSld name="1_Content with Caption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2"/>
          <p:cNvSpPr txBox="1">
            <a:spLocks noGrp="1"/>
          </p:cNvSpPr>
          <p:nvPr>
            <p:ph type="title"/>
          </p:nvPr>
        </p:nvSpPr>
        <p:spPr>
          <a:xfrm>
            <a:off x="829546" y="365125"/>
            <a:ext cx="710723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4000"/>
              <a:buFont typeface="Montserrat"/>
              <a:buNone/>
              <a:defRPr sz="4000"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42"/>
          <p:cNvSpPr txBox="1">
            <a:spLocks noGrp="1"/>
          </p:cNvSpPr>
          <p:nvPr>
            <p:ph type="body" idx="1"/>
          </p:nvPr>
        </p:nvSpPr>
        <p:spPr>
          <a:xfrm>
            <a:off x="829305" y="1825625"/>
            <a:ext cx="7109065" cy="4035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83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  <a:defRPr sz="2200"/>
            </a:lvl1pPr>
            <a:lvl2pPr marL="914400" lvl="1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98" name="Google Shape;198;p42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9" name="Google Shape;199;p42"/>
          <p:cNvPicPr preferRelativeResize="0"/>
          <p:nvPr/>
        </p:nvPicPr>
        <p:blipFill rotWithShape="1">
          <a:blip r:embed="rId2">
            <a:alphaModFix/>
          </a:blip>
          <a:srcRect l="57853" r="10595"/>
          <a:stretch/>
        </p:blipFill>
        <p:spPr>
          <a:xfrm>
            <a:off x="8409140" y="0"/>
            <a:ext cx="378286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9305" y="6398574"/>
            <a:ext cx="1706880" cy="271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ontent with Caption">
  <p:cSld name="3_Content with Caption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3"/>
          <p:cNvSpPr txBox="1">
            <a:spLocks noGrp="1"/>
          </p:cNvSpPr>
          <p:nvPr>
            <p:ph type="title"/>
          </p:nvPr>
        </p:nvSpPr>
        <p:spPr>
          <a:xfrm>
            <a:off x="829305" y="365125"/>
            <a:ext cx="710723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4000"/>
              <a:buFont typeface="Montserrat"/>
              <a:buNone/>
              <a:defRPr sz="4000"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43"/>
          <p:cNvSpPr txBox="1">
            <a:spLocks noGrp="1"/>
          </p:cNvSpPr>
          <p:nvPr>
            <p:ph type="body" idx="1"/>
          </p:nvPr>
        </p:nvSpPr>
        <p:spPr>
          <a:xfrm>
            <a:off x="829064" y="1825625"/>
            <a:ext cx="7109065" cy="4035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83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  <a:defRPr sz="2200"/>
            </a:lvl1pPr>
            <a:lvl2pPr marL="914400" lvl="1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04" name="Google Shape;204;p43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5" name="Google Shape;205;p43"/>
          <p:cNvPicPr preferRelativeResize="0"/>
          <p:nvPr/>
        </p:nvPicPr>
        <p:blipFill rotWithShape="1">
          <a:blip r:embed="rId2">
            <a:alphaModFix/>
          </a:blip>
          <a:srcRect l="31631" r="31631"/>
          <a:stretch/>
        </p:blipFill>
        <p:spPr>
          <a:xfrm>
            <a:off x="8409140" y="0"/>
            <a:ext cx="378286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9305" y="6398574"/>
            <a:ext cx="1706880" cy="271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t with Caption">
  <p:cSld name="6_Content with Caption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4"/>
          <p:cNvSpPr txBox="1">
            <a:spLocks noGrp="1"/>
          </p:cNvSpPr>
          <p:nvPr>
            <p:ph type="title"/>
          </p:nvPr>
        </p:nvSpPr>
        <p:spPr>
          <a:xfrm>
            <a:off x="830220" y="365125"/>
            <a:ext cx="710723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4000"/>
              <a:buFont typeface="Montserrat"/>
              <a:buNone/>
              <a:defRPr sz="4000"/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44"/>
          <p:cNvSpPr txBox="1">
            <a:spLocks noGrp="1"/>
          </p:cNvSpPr>
          <p:nvPr>
            <p:ph type="body" idx="1"/>
          </p:nvPr>
        </p:nvSpPr>
        <p:spPr>
          <a:xfrm>
            <a:off x="829979" y="1825625"/>
            <a:ext cx="7109065" cy="4035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83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200"/>
              <a:buChar char="•"/>
              <a:defRPr sz="2200"/>
            </a:lvl1pPr>
            <a:lvl2pPr marL="914400" lvl="1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2pPr>
            <a:lvl3pPr marL="1371600" lvl="2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3pPr>
            <a:lvl4pPr marL="1828800" lvl="3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4pPr>
            <a:lvl5pPr marL="2286000" lvl="4" indent="-355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210" name="Google Shape;210;p44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11" name="Google Shape;211;p44"/>
          <p:cNvPicPr preferRelativeResize="0"/>
          <p:nvPr/>
        </p:nvPicPr>
        <p:blipFill rotWithShape="1">
          <a:blip r:embed="rId2">
            <a:alphaModFix/>
          </a:blip>
          <a:srcRect l="19782" r="43426"/>
          <a:stretch/>
        </p:blipFill>
        <p:spPr>
          <a:xfrm>
            <a:off x="8409140" y="0"/>
            <a:ext cx="378286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9305" y="6398574"/>
            <a:ext cx="1706880" cy="2711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solidFill>
          <a:srgbClr val="A5A5A5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6000"/>
              <a:buFont typeface="Montserrat"/>
              <a:buNone/>
              <a:defRPr sz="6000">
                <a:solidFill>
                  <a:srgbClr val="012C44"/>
                </a:solidFill>
              </a:defRPr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4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221" name="Google Shape;221;p47"/>
          <p:cNvPicPr preferRelativeResize="0"/>
          <p:nvPr/>
        </p:nvPicPr>
        <p:blipFill rotWithShape="1">
          <a:blip r:embed="rId2">
            <a:alphaModFix amt="10000"/>
          </a:blip>
          <a:srcRect l="1605" r="1603" b="15380"/>
          <a:stretch/>
        </p:blipFill>
        <p:spPr>
          <a:xfrm>
            <a:off x="0" y="5386039"/>
            <a:ext cx="12192000" cy="1471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bg>
      <p:bgPr>
        <a:solidFill>
          <a:srgbClr val="012C44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49"/>
          <p:cNvPicPr preferRelativeResize="0"/>
          <p:nvPr/>
        </p:nvPicPr>
        <p:blipFill rotWithShape="1">
          <a:blip r:embed="rId2">
            <a:alphaModFix amt="26000"/>
          </a:blip>
          <a:srcRect t="41820" b="18101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4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4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5_Title Slide">
    <p:bg>
      <p:bgPr>
        <a:solidFill>
          <a:srgbClr val="012C44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5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233" name="Google Shape;233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"/>
            <a:ext cx="12192000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07AC240E-BD8F-4E7C-9B63-B7B4D9465441}"/>
              </a:ext>
            </a:extLst>
          </p:cNvPr>
          <p:cNvGrpSpPr/>
          <p:nvPr userDrawn="1"/>
        </p:nvGrpSpPr>
        <p:grpSpPr>
          <a:xfrm>
            <a:off x="10254660" y="139422"/>
            <a:ext cx="1937339" cy="465029"/>
            <a:chOff x="10254660" y="193214"/>
            <a:chExt cx="1937339" cy="46502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AEFE318-AE9A-4903-8DE8-1A193F27A83B}"/>
                </a:ext>
              </a:extLst>
            </p:cNvPr>
            <p:cNvSpPr/>
            <p:nvPr/>
          </p:nvSpPr>
          <p:spPr>
            <a:xfrm rot="5400000">
              <a:off x="11548427" y="14671"/>
              <a:ext cx="45719" cy="1241425"/>
            </a:xfrm>
            <a:prstGeom prst="rect">
              <a:avLst/>
            </a:prstGeom>
            <a:solidFill>
              <a:srgbClr val="F66C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FD959119-9363-4EFE-83BF-6658EE104F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254660" y="193214"/>
              <a:ext cx="1681056" cy="291821"/>
            </a:xfrm>
            <a:prstGeom prst="rect">
              <a:avLst/>
            </a:prstGeom>
          </p:spPr>
        </p:pic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F35D6C2F-69DC-4B6A-9E4D-D5BC74F37CF3}"/>
              </a:ext>
            </a:extLst>
          </p:cNvPr>
          <p:cNvSpPr/>
          <p:nvPr userDrawn="1"/>
        </p:nvSpPr>
        <p:spPr>
          <a:xfrm>
            <a:off x="588401" y="2"/>
            <a:ext cx="74439" cy="870475"/>
          </a:xfrm>
          <a:prstGeom prst="rect">
            <a:avLst/>
          </a:prstGeom>
          <a:solidFill>
            <a:srgbClr val="F66C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Footer Placeholder 28">
            <a:extLst>
              <a:ext uri="{FF2B5EF4-FFF2-40B4-BE49-F238E27FC236}">
                <a16:creationId xmlns:a16="http://schemas.microsoft.com/office/drawing/2014/main" id="{3D6FE7A1-6E84-4768-88A2-F2919D86A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24544931-0FD3-499A-9746-548326EC1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63BD6-6453-A74A-949B-3A0DFACDA8F0}" type="slidenum">
              <a:rPr lang="en-US" smtClean="0"/>
              <a:t>‹#›</a:t>
            </a:fld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9ADED7A-B55B-48EC-A362-9AFA4748D0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653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4000"/>
              <a:buFont typeface="Montserrat"/>
              <a:buNone/>
              <a:defRPr sz="4000" b="1" i="0" u="none" strike="noStrike" cap="none">
                <a:solidFill>
                  <a:srgbClr val="012C4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83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F36D30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55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60" r:id="rId3"/>
    <p:sldLayoutId id="2147483661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3" r:id="rId13"/>
    <p:sldLayoutId id="2147483674" r:id="rId14"/>
    <p:sldLayoutId id="2147483676" r:id="rId15"/>
    <p:sldLayoutId id="2147483677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e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oogle Shape;238;p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39" name="Google Shape;239;p1" descr="A blue lock on a rusty metal padlock&#10;&#10;AI-generated content may be incorrect."/>
            <p:cNvPicPr preferRelativeResize="0"/>
            <p:nvPr/>
          </p:nvPicPr>
          <p:blipFill rotWithShape="1">
            <a:blip r:embed="rId3">
              <a:alphaModFix/>
            </a:blip>
            <a:srcRect l="9193" r="3136"/>
            <a:stretch/>
          </p:blipFill>
          <p:spPr>
            <a:xfrm>
              <a:off x="0" y="0"/>
              <a:ext cx="12191998" cy="68579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0" name="Google Shape;240;p1"/>
            <p:cNvSpPr/>
            <p:nvPr/>
          </p:nvSpPr>
          <p:spPr>
            <a:xfrm>
              <a:off x="2021305" y="0"/>
              <a:ext cx="10170695" cy="6858000"/>
            </a:xfrm>
            <a:prstGeom prst="rect">
              <a:avLst/>
            </a:prstGeom>
            <a:gradFill>
              <a:gsLst>
                <a:gs pos="0">
                  <a:srgbClr val="000000">
                    <a:alpha val="58039"/>
                  </a:srgbClr>
                </a:gs>
                <a:gs pos="50000">
                  <a:srgbClr val="000000">
                    <a:alpha val="48235"/>
                  </a:srgbClr>
                </a:gs>
                <a:gs pos="74000">
                  <a:srgbClr val="000000">
                    <a:alpha val="0"/>
                  </a:srgbClr>
                </a:gs>
                <a:gs pos="100000">
                  <a:srgbClr val="000000">
                    <a:alpha val="0"/>
                  </a:srgbClr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1" name="Google Shape;241;p1"/>
          <p:cNvSpPr txBox="1">
            <a:spLocks noGrp="1"/>
          </p:cNvSpPr>
          <p:nvPr>
            <p:ph type="ctrTitle"/>
          </p:nvPr>
        </p:nvSpPr>
        <p:spPr>
          <a:xfrm>
            <a:off x="6095999" y="1450976"/>
            <a:ext cx="5273841" cy="3253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Montserrat"/>
              <a:buNone/>
            </a:pPr>
            <a:r>
              <a:rPr lang="en-US" sz="7000">
                <a:solidFill>
                  <a:schemeClr val="lt1"/>
                </a:solidFill>
              </a:rPr>
              <a:t>Unlock Hidden Value</a:t>
            </a:r>
            <a:endParaRPr/>
          </a:p>
        </p:txBody>
      </p:sp>
      <p:pic>
        <p:nvPicPr>
          <p:cNvPr id="242" name="Google Shape;24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60591" y="5606716"/>
            <a:ext cx="3434611" cy="545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12"/>
          <p:cNvSpPr txBox="1">
            <a:spLocks noGrp="1"/>
          </p:cNvSpPr>
          <p:nvPr>
            <p:ph type="ctrTitle"/>
          </p:nvPr>
        </p:nvSpPr>
        <p:spPr>
          <a:xfrm>
            <a:off x="1524000" y="1814513"/>
            <a:ext cx="9144000" cy="2686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36D30"/>
              </a:buClr>
              <a:buSzPts val="6000"/>
              <a:buFont typeface="Montserrat"/>
              <a:buNone/>
            </a:pPr>
            <a:r>
              <a:rPr lang="en-US" dirty="0"/>
              <a:t>Advantia Health</a:t>
            </a:r>
            <a:endParaRPr dirty="0"/>
          </a:p>
        </p:txBody>
      </p:sp>
      <p:sp>
        <p:nvSpPr>
          <p:cNvPr id="882" name="Google Shape;882;p12"/>
          <p:cNvSpPr txBox="1">
            <a:spLocks noGrp="1"/>
          </p:cNvSpPr>
          <p:nvPr>
            <p:ph type="subTitle" idx="1"/>
          </p:nvPr>
        </p:nvSpPr>
        <p:spPr>
          <a:xfrm>
            <a:off x="1524000" y="1114425"/>
            <a:ext cx="9144000" cy="46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IMPACT CASE STUDY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70097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13"/>
          <p:cNvSpPr/>
          <p:nvPr/>
        </p:nvSpPr>
        <p:spPr>
          <a:xfrm>
            <a:off x="6096000" y="-1"/>
            <a:ext cx="6096000" cy="210026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13"/>
          <p:cNvSpPr/>
          <p:nvPr/>
        </p:nvSpPr>
        <p:spPr>
          <a:xfrm>
            <a:off x="0" y="-4317"/>
            <a:ext cx="5919507" cy="21045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13"/>
          <p:cNvSpPr txBox="1">
            <a:spLocks noGrp="1"/>
          </p:cNvSpPr>
          <p:nvPr>
            <p:ph type="title"/>
          </p:nvPr>
        </p:nvSpPr>
        <p:spPr>
          <a:xfrm>
            <a:off x="244887" y="2159767"/>
            <a:ext cx="4026966" cy="920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4000"/>
              <a:buFont typeface="Montserrat"/>
              <a:buNone/>
            </a:pPr>
            <a:r>
              <a:rPr lang="en-US" sz="2800" dirty="0"/>
              <a:t>The Challenge</a:t>
            </a:r>
            <a:endParaRPr sz="2800" dirty="0"/>
          </a:p>
        </p:txBody>
      </p:sp>
      <p:sp>
        <p:nvSpPr>
          <p:cNvPr id="890" name="Google Shape;890;p13"/>
          <p:cNvSpPr txBox="1">
            <a:spLocks noGrp="1"/>
          </p:cNvSpPr>
          <p:nvPr>
            <p:ph type="body" idx="1"/>
          </p:nvPr>
        </p:nvSpPr>
        <p:spPr>
          <a:xfrm>
            <a:off x="363550" y="2894373"/>
            <a:ext cx="10857153" cy="1475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sz="1600" dirty="0"/>
              <a:t>A fast-growing womens health platform had expanded to more than 60 clinics but was still purchasing in a decentralized manner.</a:t>
            </a:r>
            <a:endParaRPr sz="1600" dirty="0"/>
          </a:p>
        </p:txBody>
      </p:sp>
      <p:sp>
        <p:nvSpPr>
          <p:cNvPr id="891" name="Google Shape;891;p13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892" name="Google Shape;892;p13"/>
          <p:cNvSpPr txBox="1"/>
          <p:nvPr/>
        </p:nvSpPr>
        <p:spPr>
          <a:xfrm>
            <a:off x="185738" y="0"/>
            <a:ext cx="3540406" cy="1116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Montserrat"/>
              <a:buNone/>
            </a:pPr>
            <a:r>
              <a:rPr lang="en-US" sz="2800" b="0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THE CLIENT: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13"/>
          <p:cNvSpPr txBox="1"/>
          <p:nvPr/>
        </p:nvSpPr>
        <p:spPr>
          <a:xfrm>
            <a:off x="6283606" y="0"/>
            <a:ext cx="4462462" cy="1116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Montserrat"/>
              <a:buNone/>
            </a:pPr>
            <a:r>
              <a:rPr lang="en-US" sz="28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RELATIONSHIP VIA: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13"/>
          <p:cNvSpPr txBox="1"/>
          <p:nvPr/>
        </p:nvSpPr>
        <p:spPr>
          <a:xfrm>
            <a:off x="903008" y="957952"/>
            <a:ext cx="4354792" cy="89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 Leading Healthcare Provider</a:t>
            </a:r>
            <a:endParaRPr sz="2200" b="1" i="0" u="none" strike="noStrike" cap="none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895;p13">
            <a:extLst>
              <a:ext uri="{FF2B5EF4-FFF2-40B4-BE49-F238E27FC236}">
                <a16:creationId xmlns:a16="http://schemas.microsoft.com/office/drawing/2014/main" id="{517E0942-4D42-D4BB-6E27-A17D28136BE8}"/>
              </a:ext>
            </a:extLst>
          </p:cNvPr>
          <p:cNvSpPr txBox="1"/>
          <p:nvPr/>
        </p:nvSpPr>
        <p:spPr>
          <a:xfrm>
            <a:off x="6751242" y="921891"/>
            <a:ext cx="4354792" cy="89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 b="1" i="0" u="none" strike="noStrike" cap="none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A leading healthcare-focused private equity firm</a:t>
            </a:r>
            <a:endParaRPr sz="2200" b="1" i="0" u="none" strike="noStrike" cap="none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Google Shape;889;p13">
            <a:extLst>
              <a:ext uri="{FF2B5EF4-FFF2-40B4-BE49-F238E27FC236}">
                <a16:creationId xmlns:a16="http://schemas.microsoft.com/office/drawing/2014/main" id="{5BE1D8A6-A747-E29F-3924-24C7B0EF4CD7}"/>
              </a:ext>
            </a:extLst>
          </p:cNvPr>
          <p:cNvSpPr txBox="1">
            <a:spLocks/>
          </p:cNvSpPr>
          <p:nvPr/>
        </p:nvSpPr>
        <p:spPr>
          <a:xfrm>
            <a:off x="236746" y="3931563"/>
            <a:ext cx="4026966" cy="920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1800"/>
              <a:buFont typeface="Montserrat"/>
              <a:buNone/>
              <a:defRPr sz="4000" b="1" i="0" u="none" strike="noStrike" cap="none">
                <a:solidFill>
                  <a:srgbClr val="012C4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000"/>
            </a:pPr>
            <a:r>
              <a:rPr lang="en-US" sz="2800" dirty="0"/>
              <a:t>Our Approach</a:t>
            </a:r>
          </a:p>
        </p:txBody>
      </p:sp>
      <p:sp>
        <p:nvSpPr>
          <p:cNvPr id="14" name="Google Shape;890;p13">
            <a:extLst>
              <a:ext uri="{FF2B5EF4-FFF2-40B4-BE49-F238E27FC236}">
                <a16:creationId xmlns:a16="http://schemas.microsoft.com/office/drawing/2014/main" id="{EA81C5E9-DDAB-670E-19BC-CFE12058810B}"/>
              </a:ext>
            </a:extLst>
          </p:cNvPr>
          <p:cNvSpPr txBox="1">
            <a:spLocks/>
          </p:cNvSpPr>
          <p:nvPr/>
        </p:nvSpPr>
        <p:spPr>
          <a:xfrm>
            <a:off x="355409" y="4666169"/>
            <a:ext cx="10857153" cy="1475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22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SzPts val="2200"/>
              <a:buFont typeface="Arial"/>
              <a:buNone/>
            </a:pPr>
            <a:r>
              <a:rPr lang="en-US" sz="1600"/>
              <a:t>• Spend analysis
• Negotiations
• RFP processes
• Governance model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86491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14"/>
          <p:cNvSpPr/>
          <p:nvPr/>
        </p:nvSpPr>
        <p:spPr>
          <a:xfrm>
            <a:off x="6288143" y="1"/>
            <a:ext cx="5903858" cy="5286374"/>
          </a:xfrm>
          <a:prstGeom prst="rect">
            <a:avLst/>
          </a:prstGeom>
          <a:solidFill>
            <a:srgbClr val="012C4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14"/>
          <p:cNvSpPr txBox="1">
            <a:spLocks noGrp="1"/>
          </p:cNvSpPr>
          <p:nvPr>
            <p:ph type="title"/>
          </p:nvPr>
        </p:nvSpPr>
        <p:spPr>
          <a:xfrm>
            <a:off x="784225" y="61728"/>
            <a:ext cx="394017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4000"/>
              <a:buFont typeface="Montserrat"/>
              <a:buNone/>
            </a:pPr>
            <a:r>
              <a:rPr lang="en-US" sz="2800" dirty="0"/>
              <a:t>Key Levers</a:t>
            </a:r>
            <a:endParaRPr sz="2800" dirty="0"/>
          </a:p>
        </p:txBody>
      </p:sp>
      <p:sp>
        <p:nvSpPr>
          <p:cNvPr id="902" name="Google Shape;902;p14"/>
          <p:cNvSpPr txBox="1">
            <a:spLocks noGrp="1"/>
          </p:cNvSpPr>
          <p:nvPr>
            <p:ph type="body" idx="1"/>
          </p:nvPr>
        </p:nvSpPr>
        <p:spPr>
          <a:xfrm>
            <a:off x="860810" y="1062829"/>
            <a:ext cx="5065661" cy="2568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1600" dirty="0"/>
              <a:t>Optimized existing supplier relationships by leading data-driven incumbent supplier negotiations </a:t>
            </a:r>
            <a:endParaRPr sz="1600" dirty="0"/>
          </a:p>
          <a:p>
            <a:pPr marL="228600" lvl="0" indent="-228600" algn="l" rtl="0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2200"/>
              <a:buChar char="•"/>
            </a:pPr>
            <a:r>
              <a:rPr lang="en-US" sz="1600" dirty="0"/>
              <a:t>Employed competitive processes where appropriate to secure best-in-class commercial terms </a:t>
            </a:r>
            <a:endParaRPr sz="1600" dirty="0"/>
          </a:p>
          <a:p>
            <a:pPr marL="228600" lvl="0" indent="-228600" algn="l" rtl="0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2200"/>
              <a:buChar char="•"/>
            </a:pPr>
            <a:r>
              <a:rPr lang="en-US" sz="1600" dirty="0"/>
              <a:t>Created a model to assess procurement synergies for ongoing and future M&amp;A</a:t>
            </a:r>
            <a:endParaRPr sz="1600" dirty="0"/>
          </a:p>
        </p:txBody>
      </p:sp>
      <p:sp>
        <p:nvSpPr>
          <p:cNvPr id="903" name="Google Shape;903;p14"/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904" name="Google Shape;904;p14"/>
          <p:cNvSpPr txBox="1"/>
          <p:nvPr/>
        </p:nvSpPr>
        <p:spPr>
          <a:xfrm>
            <a:off x="6684914" y="1355529"/>
            <a:ext cx="4962525" cy="751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D3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F36D30"/>
                </a:solidFill>
                <a:latin typeface="Montserrat"/>
                <a:ea typeface="Montserrat"/>
                <a:cs typeface="Montserrat"/>
                <a:sym typeface="Montserrat"/>
              </a:rPr>
              <a:t>$716K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14"/>
          <p:cNvSpPr txBox="1"/>
          <p:nvPr/>
        </p:nvSpPr>
        <p:spPr>
          <a:xfrm>
            <a:off x="6684915" y="1843182"/>
            <a:ext cx="4540297" cy="510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D3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 annual savings with 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14"/>
          <p:cNvSpPr txBox="1"/>
          <p:nvPr/>
        </p:nvSpPr>
        <p:spPr>
          <a:xfrm>
            <a:off x="6649814" y="2625318"/>
            <a:ext cx="5180515" cy="751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D3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008DC1"/>
                </a:solidFill>
                <a:latin typeface="Montserrat"/>
                <a:ea typeface="Montserrat"/>
                <a:cs typeface="Montserrat"/>
                <a:sym typeface="Montserrat"/>
              </a:rPr>
              <a:t>$716K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14"/>
          <p:cNvSpPr txBox="1"/>
          <p:nvPr/>
        </p:nvSpPr>
        <p:spPr>
          <a:xfrm>
            <a:off x="6684914" y="3121111"/>
            <a:ext cx="4540297" cy="510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 annual run-rate savings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14"/>
          <p:cNvSpPr txBox="1"/>
          <p:nvPr/>
        </p:nvSpPr>
        <p:spPr>
          <a:xfrm>
            <a:off x="6684914" y="-122604"/>
            <a:ext cx="4846298" cy="1694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Montserrat"/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Value Delivered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p14"/>
          <p:cNvSpPr txBox="1"/>
          <p:nvPr/>
        </p:nvSpPr>
        <p:spPr>
          <a:xfrm>
            <a:off x="6667463" y="4226922"/>
            <a:ext cx="5507086" cy="751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6D30"/>
              </a:buClr>
              <a:buSzPts val="3200"/>
              <a:buFont typeface="Arial"/>
              <a:buNone/>
            </a:pPr>
            <a:r>
              <a:rPr lang="en-US" sz="3200" b="1" i="0" u="none" strike="noStrike" cap="none">
                <a:solidFill>
                  <a:srgbClr val="F36D30"/>
                </a:solidFill>
                <a:latin typeface="Montserrat"/>
                <a:ea typeface="Montserrat"/>
                <a:cs typeface="Montserrat"/>
                <a:sym typeface="Montserrat"/>
              </a:rPr>
              <a:t>3.2x ROI</a:t>
            </a:r>
            <a:endParaRPr lang="en-US"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901;p14">
            <a:extLst>
              <a:ext uri="{FF2B5EF4-FFF2-40B4-BE49-F238E27FC236}">
                <a16:creationId xmlns:a16="http://schemas.microsoft.com/office/drawing/2014/main" id="{A104F887-8518-E35A-CFC4-AF0D806C325B}"/>
              </a:ext>
            </a:extLst>
          </p:cNvPr>
          <p:cNvSpPr txBox="1">
            <a:spLocks/>
          </p:cNvSpPr>
          <p:nvPr/>
        </p:nvSpPr>
        <p:spPr>
          <a:xfrm>
            <a:off x="783065" y="3348233"/>
            <a:ext cx="394017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2C44"/>
              </a:buClr>
              <a:buSzPts val="1800"/>
              <a:buFont typeface="Montserrat"/>
              <a:buNone/>
              <a:defRPr sz="4000" b="1" i="0" u="none" strike="noStrike" cap="none">
                <a:solidFill>
                  <a:srgbClr val="012C44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000"/>
            </a:pPr>
            <a:r>
              <a:rPr lang="en-US" sz="2800" dirty="0"/>
              <a:t>Our Differentiators</a:t>
            </a:r>
          </a:p>
        </p:txBody>
      </p:sp>
      <p:sp>
        <p:nvSpPr>
          <p:cNvPr id="3" name="Google Shape;902;p14">
            <a:extLst>
              <a:ext uri="{FF2B5EF4-FFF2-40B4-BE49-F238E27FC236}">
                <a16:creationId xmlns:a16="http://schemas.microsoft.com/office/drawing/2014/main" id="{8F01271C-A1ED-02F8-2996-C53E12876E4D}"/>
              </a:ext>
            </a:extLst>
          </p:cNvPr>
          <p:cNvSpPr txBox="1">
            <a:spLocks/>
          </p:cNvSpPr>
          <p:nvPr/>
        </p:nvSpPr>
        <p:spPr>
          <a:xfrm>
            <a:off x="859650" y="4349334"/>
            <a:ext cx="5065661" cy="2079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22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rgbClr val="F36D3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 indent="-228600">
              <a:spcBef>
                <a:spcPts val="0"/>
              </a:spcBef>
              <a:buSzPts val="2200"/>
            </a:pPr>
            <a:r>
              <a:rPr lang="en-US" sz="1600" dirty="0"/>
              <a:t>Optimized existing supplier relationships by leading data-driven incumbent supplier negotiations </a:t>
            </a:r>
          </a:p>
          <a:p>
            <a:pPr marL="228600" indent="-228600">
              <a:spcBef>
                <a:spcPts val="1600"/>
              </a:spcBef>
              <a:buSzPts val="2200"/>
            </a:pPr>
            <a:r>
              <a:rPr lang="en-US" sz="1600" dirty="0"/>
              <a:t>Employed competitive processes where appropriate to secure best-in-class commercial terms </a:t>
            </a:r>
          </a:p>
        </p:txBody>
      </p:sp>
    </p:spTree>
    <p:extLst>
      <p:ext uri="{BB962C8B-B14F-4D97-AF65-F5344CB8AC3E}">
        <p14:creationId xmlns:p14="http://schemas.microsoft.com/office/powerpoint/2010/main" val="3666401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886">
          <a:extLst>
            <a:ext uri="{FF2B5EF4-FFF2-40B4-BE49-F238E27FC236}">
              <a16:creationId xmlns:a16="http://schemas.microsoft.com/office/drawing/2014/main" id="{E60F75AA-ECDA-90E3-DB73-A08976E41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13">
            <a:extLst>
              <a:ext uri="{FF2B5EF4-FFF2-40B4-BE49-F238E27FC236}">
                <a16:creationId xmlns:a16="http://schemas.microsoft.com/office/drawing/2014/main" id="{49EFAADD-983D-6BD8-0B2F-183BCD743398}"/>
              </a:ext>
            </a:extLst>
          </p:cNvPr>
          <p:cNvSpPr/>
          <p:nvPr/>
        </p:nvSpPr>
        <p:spPr>
          <a:xfrm>
            <a:off x="0" y="-4317"/>
            <a:ext cx="12192000" cy="112065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13">
            <a:extLst>
              <a:ext uri="{FF2B5EF4-FFF2-40B4-BE49-F238E27FC236}">
                <a16:creationId xmlns:a16="http://schemas.microsoft.com/office/drawing/2014/main" id="{E0426E56-416B-0EFD-5D14-97448B39F27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724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892" name="Google Shape;892;p13">
            <a:extLst>
              <a:ext uri="{FF2B5EF4-FFF2-40B4-BE49-F238E27FC236}">
                <a16:creationId xmlns:a16="http://schemas.microsoft.com/office/drawing/2014/main" id="{B975D03D-5B31-1C3B-9580-ED0E2706A8A0}"/>
              </a:ext>
            </a:extLst>
          </p:cNvPr>
          <p:cNvSpPr txBox="1"/>
          <p:nvPr/>
        </p:nvSpPr>
        <p:spPr>
          <a:xfrm>
            <a:off x="185738" y="0"/>
            <a:ext cx="3540406" cy="1116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800"/>
              <a:buFont typeface="Montserrat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13">
            <a:extLst>
              <a:ext uri="{FF2B5EF4-FFF2-40B4-BE49-F238E27FC236}">
                <a16:creationId xmlns:a16="http://schemas.microsoft.com/office/drawing/2014/main" id="{5312A4BC-FFC5-CE77-8C97-4C3DF0BF8844}"/>
              </a:ext>
            </a:extLst>
          </p:cNvPr>
          <p:cNvSpPr txBox="1"/>
          <p:nvPr/>
        </p:nvSpPr>
        <p:spPr>
          <a:xfrm>
            <a:off x="70383" y="122146"/>
            <a:ext cx="5772005" cy="89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800" b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Selected Category Outcomes</a:t>
            </a:r>
            <a:endParaRPr sz="2800" b="1" i="0" u="none" strike="noStrike" cap="none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7C7892F-CEC8-F01C-BE03-7F4CF9BE85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486037"/>
              </p:ext>
            </p:extLst>
          </p:nvPr>
        </p:nvGraphicFramePr>
        <p:xfrm>
          <a:off x="274320" y="1417320"/>
          <a:ext cx="7589520" cy="45796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Category</a:t>
                      </a:r>
                    </a:p>
                  </a:txBody>
                  <a:tcPr anchor="ctr">
                    <a:solidFill>
                      <a:srgbClr val="012C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/>
                        <a:t>Incumbent Vendors</a:t>
                      </a:r>
                      <a:endParaRPr dirty="0"/>
                    </a:p>
                  </a:txBody>
                  <a:tcPr anchor="ctr">
                    <a:solidFill>
                      <a:srgbClr val="012C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/>
                        <a:t>Awarded Vendors</a:t>
                      </a:r>
                      <a:endParaRPr dirty="0"/>
                    </a:p>
                  </a:txBody>
                  <a:tcPr anchor="ctr">
                    <a:solidFill>
                      <a:srgbClr val="012C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lang="en-US" dirty="0"/>
                        <a:t>% Savings</a:t>
                      </a:r>
                      <a:endParaRPr dirty="0"/>
                    </a:p>
                  </a:txBody>
                  <a:tcPr anchor="ctr">
                    <a:solidFill>
                      <a:srgbClr val="012C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Key Lever(s)</a:t>
                      </a:r>
                    </a:p>
                  </a:txBody>
                  <a:tcPr anchor="ctr">
                    <a:solidFill>
                      <a:srgbClr val="012C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Billing Systems / RCM (Athena)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Athenahealth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Athenahealth (renegotiated)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8.6%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Renegotiation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Medical Supplies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Medline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McKesson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13.8%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RFP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Sonography Services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IT Imaging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In-house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18.6%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Make vs buy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IUD Order 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Bayer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Bayer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1.8%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Policy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Lab Services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LabCorp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LabCorp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9.5%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BAFO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IT Managed Services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DAG Tech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Consolidated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10.0%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RFP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Bayer IUD Program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Bayer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Bayer</a:t>
                      </a:r>
                      <a:endParaRPr/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t>0.7%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Rebate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896" name="Picture 895" descr="pptx_bar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371600"/>
            <a:ext cx="384048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506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E4B1A1D6EF694AA54E0AA1E59E03D1" ma:contentTypeVersion="18" ma:contentTypeDescription="Create a new document." ma:contentTypeScope="" ma:versionID="83f1482836390784f4b7a3dafd99a349">
  <xsd:schema xmlns:xsd="http://www.w3.org/2001/XMLSchema" xmlns:xs="http://www.w3.org/2001/XMLSchema" xmlns:p="http://schemas.microsoft.com/office/2006/metadata/properties" xmlns:ns3="2d3d64c2-51a4-4142-a187-c7c657960abc" xmlns:ns4="d541f1fe-8755-4111-8e6b-004d3c96471f" targetNamespace="http://schemas.microsoft.com/office/2006/metadata/properties" ma:root="true" ma:fieldsID="9ef3aa51f692a03b8c81b32594be1999" ns3:_="" ns4:_="">
    <xsd:import namespace="2d3d64c2-51a4-4142-a187-c7c657960abc"/>
    <xsd:import namespace="d541f1fe-8755-4111-8e6b-004d3c96471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3d64c2-51a4-4142-a187-c7c657960a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41f1fe-8755-4111-8e6b-004d3c96471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d3d64c2-51a4-4142-a187-c7c657960ab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8644729-0F33-4B8B-B451-EBB36B487449}">
  <ds:schemaRefs>
    <ds:schemaRef ds:uri="2d3d64c2-51a4-4142-a187-c7c657960abc"/>
    <ds:schemaRef ds:uri="d541f1fe-8755-4111-8e6b-004d3c96471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63C0A20-A275-4CEE-A55E-0EB3D66A7842}">
  <ds:schemaRefs>
    <ds:schemaRef ds:uri="http://purl.org/dc/dcmitype/"/>
    <ds:schemaRef ds:uri="http://purl.org/dc/elements/1.1/"/>
    <ds:schemaRef ds:uri="http://www.w3.org/XML/1998/namespace"/>
    <ds:schemaRef ds:uri="http://schemas.microsoft.com/office/2006/documentManagement/types"/>
    <ds:schemaRef ds:uri="d541f1fe-8755-4111-8e6b-004d3c96471f"/>
    <ds:schemaRef ds:uri="http://purl.org/dc/terms/"/>
    <ds:schemaRef ds:uri="http://schemas.microsoft.com/office/infopath/2007/PartnerControls"/>
    <ds:schemaRef ds:uri="2d3d64c2-51a4-4142-a187-c7c657960abc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5B02C888-46AB-46E6-8BE8-9C8E1B5F47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134474</TotalTime>
  <Words>388</Words>
  <Application>Microsoft Office PowerPoint</Application>
  <PresentationFormat>Widescreen</PresentationFormat>
  <Paragraphs>67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Roboto</vt:lpstr>
      <vt:lpstr>Calibri</vt:lpstr>
      <vt:lpstr>Arial</vt:lpstr>
      <vt:lpstr>Montserrat SemiBold</vt:lpstr>
      <vt:lpstr>Montserrat</vt:lpstr>
      <vt:lpstr>Montserrat Medium</vt:lpstr>
      <vt:lpstr>Office Theme</vt:lpstr>
      <vt:lpstr>Unlock Hidden Value</vt:lpstr>
      <vt:lpstr>&lt;Give it a Title&gt;</vt:lpstr>
      <vt:lpstr>The Challenge</vt:lpstr>
      <vt:lpstr>Key Levers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Moser</dc:creator>
  <cp:lastModifiedBy>Rahul Ahuja</cp:lastModifiedBy>
  <cp:revision>5</cp:revision>
  <cp:lastPrinted>2025-07-30T21:48:14Z</cp:lastPrinted>
  <dcterms:created xsi:type="dcterms:W3CDTF">2025-02-25T20:05:01Z</dcterms:created>
  <dcterms:modified xsi:type="dcterms:W3CDTF">2026-01-30T16:29:23Z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0x0101002EE4B1A1D6EF694AA54E0AA1E59E03D1</vt:lpwstr>
  </property>
</Properties>
</file>